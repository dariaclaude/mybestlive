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mo" panose="020B0604020202020204" charset="0"/>
      <p:bold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2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a7adb5e0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ea7adb5e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a7adb5e0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ea7adb5e0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a7adb5e06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ea7adb5e06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a7adb5e06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3ea7adb5e06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5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5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m-info.ru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jpg"/><Relationship Id="rId3" Type="http://schemas.openxmlformats.org/officeDocument/2006/relationships/image" Target="../media/image51.jpg"/><Relationship Id="rId7" Type="http://schemas.openxmlformats.org/officeDocument/2006/relationships/image" Target="../media/image5.png"/><Relationship Id="rId12" Type="http://schemas.openxmlformats.org/officeDocument/2006/relationships/image" Target="../media/image59.png"/><Relationship Id="rId17" Type="http://schemas.openxmlformats.org/officeDocument/2006/relationships/image" Target="../media/image64.jp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63.jp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jp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jpg"/><Relationship Id="rId4" Type="http://schemas.openxmlformats.org/officeDocument/2006/relationships/image" Target="../media/image52.jp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60.png"/><Relationship Id="rId18" Type="http://schemas.openxmlformats.org/officeDocument/2006/relationships/image" Target="../media/image62.png"/><Relationship Id="rId3" Type="http://schemas.openxmlformats.org/officeDocument/2006/relationships/image" Target="../media/image5.png"/><Relationship Id="rId21" Type="http://schemas.openxmlformats.org/officeDocument/2006/relationships/image" Target="../media/image80.png"/><Relationship Id="rId7" Type="http://schemas.openxmlformats.org/officeDocument/2006/relationships/image" Target="../media/image58.png"/><Relationship Id="rId12" Type="http://schemas.openxmlformats.org/officeDocument/2006/relationships/image" Target="../media/image59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6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3.png"/><Relationship Id="rId5" Type="http://schemas.openxmlformats.org/officeDocument/2006/relationships/image" Target="../media/image69.png"/><Relationship Id="rId15" Type="http://schemas.openxmlformats.org/officeDocument/2006/relationships/image" Target="../media/image75.png"/><Relationship Id="rId23" Type="http://schemas.openxmlformats.org/officeDocument/2006/relationships/image" Target="../media/image82.png"/><Relationship Id="rId10" Type="http://schemas.openxmlformats.org/officeDocument/2006/relationships/image" Target="../media/image61.png"/><Relationship Id="rId19" Type="http://schemas.openxmlformats.org/officeDocument/2006/relationships/image" Target="../media/image78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Relationship Id="rId14" Type="http://schemas.openxmlformats.org/officeDocument/2006/relationships/image" Target="../media/image74.png"/><Relationship Id="rId22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26" Type="http://schemas.openxmlformats.org/officeDocument/2006/relationships/image" Target="../media/image104.png"/><Relationship Id="rId3" Type="http://schemas.openxmlformats.org/officeDocument/2006/relationships/hyperlink" Target="mailto:info@rm-info.ru" TargetMode="External"/><Relationship Id="rId21" Type="http://schemas.openxmlformats.org/officeDocument/2006/relationships/image" Target="../media/image99.png"/><Relationship Id="rId34" Type="http://schemas.openxmlformats.org/officeDocument/2006/relationships/image" Target="../media/image112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33" Type="http://schemas.openxmlformats.org/officeDocument/2006/relationships/image" Target="../media/image11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24" Type="http://schemas.openxmlformats.org/officeDocument/2006/relationships/image" Target="../media/image102.png"/><Relationship Id="rId32" Type="http://schemas.openxmlformats.org/officeDocument/2006/relationships/image" Target="../media/image110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" Type="http://schemas.openxmlformats.org/officeDocument/2006/relationships/hyperlink" Target="http://www.rm-info.ru/" TargetMode="External"/><Relationship Id="rId9" Type="http://schemas.openxmlformats.org/officeDocument/2006/relationships/image" Target="../media/image87.png"/><Relationship Id="rId14" Type="http://schemas.openxmlformats.org/officeDocument/2006/relationships/image" Target="../media/image92.png"/><Relationship Id="rId22" Type="http://schemas.openxmlformats.org/officeDocument/2006/relationships/image" Target="../media/image100.png"/><Relationship Id="rId27" Type="http://schemas.openxmlformats.org/officeDocument/2006/relationships/image" Target="../media/image105.png"/><Relationship Id="rId30" Type="http://schemas.openxmlformats.org/officeDocument/2006/relationships/image" Target="../media/image108.png"/><Relationship Id="rId35" Type="http://schemas.openxmlformats.org/officeDocument/2006/relationships/image" Target="../media/image5.png"/><Relationship Id="rId8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 descr="Arbitration and Alternative Dispute Resolution - DNT Lawyers | Indonesia  Litigation Law Firm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" b="-18482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41364B">
              <a:alpha val="90980"/>
            </a:srgbClr>
          </a:solid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rot="10800000">
            <a:off x="5551645" y="12431121"/>
            <a:ext cx="7191757" cy="1252347"/>
          </a:xfrm>
          <a:custGeom>
            <a:avLst/>
            <a:gdLst/>
            <a:ahLst/>
            <a:cxnLst/>
            <a:rect l="l" t="t" r="r" b="b"/>
            <a:pathLst>
              <a:path w="9589008" h="1669796" extrusionOk="0">
                <a:moveTo>
                  <a:pt x="0" y="834898"/>
                </a:moveTo>
                <a:cubicBezTo>
                  <a:pt x="0" y="373761"/>
                  <a:pt x="373761" y="0"/>
                  <a:pt x="834898" y="0"/>
                </a:cubicBezTo>
                <a:lnTo>
                  <a:pt x="8754110" y="0"/>
                </a:lnTo>
                <a:cubicBezTo>
                  <a:pt x="9215247" y="0"/>
                  <a:pt x="9589008" y="373761"/>
                  <a:pt x="9589008" y="834898"/>
                </a:cubicBezTo>
                <a:cubicBezTo>
                  <a:pt x="9589008" y="1296035"/>
                  <a:pt x="9215247" y="1669796"/>
                  <a:pt x="8754110" y="1669796"/>
                </a:cubicBezTo>
                <a:lnTo>
                  <a:pt x="834898" y="1669796"/>
                </a:lnTo>
                <a:cubicBezTo>
                  <a:pt x="373761" y="1669796"/>
                  <a:pt x="0" y="1295908"/>
                  <a:pt x="0" y="83489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/>
          <p:nvPr/>
        </p:nvSpPr>
        <p:spPr>
          <a:xfrm rot="10800000">
            <a:off x="5497697" y="12359990"/>
            <a:ext cx="7318629" cy="1398746"/>
          </a:xfrm>
          <a:custGeom>
            <a:avLst/>
            <a:gdLst/>
            <a:ahLst/>
            <a:cxnLst/>
            <a:rect l="l" t="t" r="r" b="b"/>
            <a:pathLst>
              <a:path w="9758172" h="1864995" extrusionOk="0">
                <a:moveTo>
                  <a:pt x="39624" y="668909"/>
                </a:moveTo>
                <a:cubicBezTo>
                  <a:pt x="50927" y="631444"/>
                  <a:pt x="64643" y="594995"/>
                  <a:pt x="80518" y="559689"/>
                </a:cubicBezTo>
                <a:lnTo>
                  <a:pt x="115316" y="575310"/>
                </a:lnTo>
                <a:cubicBezTo>
                  <a:pt x="100203" y="609219"/>
                  <a:pt x="86995" y="644144"/>
                  <a:pt x="76200" y="679958"/>
                </a:cubicBezTo>
                <a:close/>
                <a:moveTo>
                  <a:pt x="192278" y="434721"/>
                </a:moveTo>
                <a:cubicBezTo>
                  <a:pt x="213868" y="402336"/>
                  <a:pt x="237490" y="371348"/>
                  <a:pt x="262890" y="341884"/>
                </a:cubicBezTo>
                <a:lnTo>
                  <a:pt x="291719" y="366776"/>
                </a:lnTo>
                <a:cubicBezTo>
                  <a:pt x="267335" y="394970"/>
                  <a:pt x="244729" y="424688"/>
                  <a:pt x="224028" y="455803"/>
                </a:cubicBezTo>
                <a:close/>
                <a:moveTo>
                  <a:pt x="337058" y="221996"/>
                </a:moveTo>
                <a:cubicBezTo>
                  <a:pt x="366776" y="197104"/>
                  <a:pt x="398145" y="174117"/>
                  <a:pt x="430911" y="152908"/>
                </a:cubicBezTo>
                <a:lnTo>
                  <a:pt x="451612" y="184912"/>
                </a:lnTo>
                <a:cubicBezTo>
                  <a:pt x="420116" y="205232"/>
                  <a:pt x="390017" y="227330"/>
                  <a:pt x="361442" y="251206"/>
                </a:cubicBezTo>
                <a:close/>
                <a:moveTo>
                  <a:pt x="567817" y="79629"/>
                </a:moveTo>
                <a:cubicBezTo>
                  <a:pt x="603250" y="64262"/>
                  <a:pt x="639826" y="50927"/>
                  <a:pt x="677291" y="39751"/>
                </a:cubicBezTo>
                <a:lnTo>
                  <a:pt x="688086" y="76327"/>
                </a:lnTo>
                <a:cubicBezTo>
                  <a:pt x="652018" y="86995"/>
                  <a:pt x="616966" y="99822"/>
                  <a:pt x="582930" y="114681"/>
                </a:cubicBezTo>
                <a:close/>
                <a:moveTo>
                  <a:pt x="829183" y="7874"/>
                </a:moveTo>
                <a:cubicBezTo>
                  <a:pt x="867283" y="3048"/>
                  <a:pt x="906145" y="381"/>
                  <a:pt x="945515" y="127"/>
                </a:cubicBezTo>
                <a:lnTo>
                  <a:pt x="945769" y="38227"/>
                </a:lnTo>
                <a:cubicBezTo>
                  <a:pt x="907923" y="38481"/>
                  <a:pt x="870585" y="41021"/>
                  <a:pt x="834009" y="45720"/>
                </a:cubicBezTo>
                <a:close/>
                <a:moveTo>
                  <a:pt x="1098169" y="0"/>
                </a:moveTo>
                <a:lnTo>
                  <a:pt x="1212469" y="0"/>
                </a:lnTo>
                <a:lnTo>
                  <a:pt x="1212469" y="38100"/>
                </a:lnTo>
                <a:lnTo>
                  <a:pt x="1098169" y="38100"/>
                </a:lnTo>
                <a:close/>
                <a:moveTo>
                  <a:pt x="1364869" y="38100"/>
                </a:moveTo>
                <a:lnTo>
                  <a:pt x="1479169" y="38100"/>
                </a:lnTo>
                <a:lnTo>
                  <a:pt x="1364869" y="38100"/>
                </a:lnTo>
                <a:close/>
                <a:moveTo>
                  <a:pt x="1631569" y="38100"/>
                </a:moveTo>
                <a:lnTo>
                  <a:pt x="1745869" y="38100"/>
                </a:lnTo>
                <a:lnTo>
                  <a:pt x="1631569" y="38100"/>
                </a:lnTo>
                <a:close/>
                <a:moveTo>
                  <a:pt x="1898269" y="38100"/>
                </a:moveTo>
                <a:lnTo>
                  <a:pt x="2012569" y="38100"/>
                </a:lnTo>
                <a:lnTo>
                  <a:pt x="1898269" y="38100"/>
                </a:lnTo>
                <a:close/>
                <a:moveTo>
                  <a:pt x="2164969" y="38100"/>
                </a:moveTo>
                <a:lnTo>
                  <a:pt x="2279269" y="38100"/>
                </a:lnTo>
                <a:lnTo>
                  <a:pt x="2164969" y="38100"/>
                </a:lnTo>
                <a:close/>
                <a:moveTo>
                  <a:pt x="2431669" y="38100"/>
                </a:moveTo>
                <a:lnTo>
                  <a:pt x="2545969" y="38100"/>
                </a:lnTo>
                <a:lnTo>
                  <a:pt x="2431669" y="38100"/>
                </a:lnTo>
                <a:close/>
                <a:moveTo>
                  <a:pt x="2698369" y="38100"/>
                </a:moveTo>
                <a:lnTo>
                  <a:pt x="2812669" y="38100"/>
                </a:lnTo>
                <a:lnTo>
                  <a:pt x="2698369" y="38100"/>
                </a:lnTo>
                <a:close/>
                <a:moveTo>
                  <a:pt x="2965069" y="38100"/>
                </a:moveTo>
                <a:lnTo>
                  <a:pt x="3079369" y="38100"/>
                </a:lnTo>
                <a:lnTo>
                  <a:pt x="2965069" y="38100"/>
                </a:lnTo>
                <a:close/>
                <a:moveTo>
                  <a:pt x="3231769" y="38100"/>
                </a:moveTo>
                <a:lnTo>
                  <a:pt x="3346069" y="38100"/>
                </a:lnTo>
                <a:lnTo>
                  <a:pt x="3231769" y="38100"/>
                </a:lnTo>
                <a:close/>
                <a:moveTo>
                  <a:pt x="3498469" y="38100"/>
                </a:moveTo>
                <a:lnTo>
                  <a:pt x="3612769" y="38100"/>
                </a:lnTo>
                <a:lnTo>
                  <a:pt x="3498469" y="38100"/>
                </a:lnTo>
                <a:close/>
                <a:moveTo>
                  <a:pt x="3765169" y="38100"/>
                </a:moveTo>
                <a:lnTo>
                  <a:pt x="3879469" y="38100"/>
                </a:lnTo>
                <a:lnTo>
                  <a:pt x="3765169" y="38100"/>
                </a:lnTo>
                <a:close/>
                <a:moveTo>
                  <a:pt x="4031869" y="38100"/>
                </a:moveTo>
                <a:lnTo>
                  <a:pt x="4146169" y="38100"/>
                </a:lnTo>
                <a:lnTo>
                  <a:pt x="4031869" y="38100"/>
                </a:lnTo>
                <a:close/>
                <a:moveTo>
                  <a:pt x="4298569" y="38100"/>
                </a:moveTo>
                <a:lnTo>
                  <a:pt x="4412869" y="38100"/>
                </a:lnTo>
                <a:lnTo>
                  <a:pt x="4298569" y="38100"/>
                </a:lnTo>
                <a:close/>
                <a:moveTo>
                  <a:pt x="4565269" y="38100"/>
                </a:moveTo>
                <a:lnTo>
                  <a:pt x="4679569" y="38100"/>
                </a:lnTo>
                <a:lnTo>
                  <a:pt x="4565269" y="38100"/>
                </a:lnTo>
                <a:close/>
                <a:moveTo>
                  <a:pt x="4831969" y="38100"/>
                </a:moveTo>
                <a:lnTo>
                  <a:pt x="4946269" y="38100"/>
                </a:lnTo>
                <a:lnTo>
                  <a:pt x="4831969" y="38100"/>
                </a:lnTo>
                <a:close/>
                <a:moveTo>
                  <a:pt x="5098669" y="38100"/>
                </a:moveTo>
                <a:lnTo>
                  <a:pt x="5212969" y="38100"/>
                </a:lnTo>
                <a:lnTo>
                  <a:pt x="5098669" y="38100"/>
                </a:lnTo>
                <a:close/>
                <a:moveTo>
                  <a:pt x="5365369" y="38100"/>
                </a:moveTo>
                <a:lnTo>
                  <a:pt x="5479669" y="38100"/>
                </a:lnTo>
                <a:lnTo>
                  <a:pt x="5365369" y="38100"/>
                </a:lnTo>
                <a:close/>
                <a:moveTo>
                  <a:pt x="5632069" y="38100"/>
                </a:moveTo>
                <a:lnTo>
                  <a:pt x="5746369" y="38100"/>
                </a:lnTo>
                <a:lnTo>
                  <a:pt x="5632069" y="38100"/>
                </a:lnTo>
                <a:close/>
                <a:moveTo>
                  <a:pt x="5898769" y="38100"/>
                </a:moveTo>
                <a:lnTo>
                  <a:pt x="6013069" y="38100"/>
                </a:lnTo>
                <a:lnTo>
                  <a:pt x="5898769" y="38100"/>
                </a:lnTo>
                <a:close/>
                <a:moveTo>
                  <a:pt x="6165469" y="38100"/>
                </a:moveTo>
                <a:lnTo>
                  <a:pt x="6279769" y="38100"/>
                </a:lnTo>
                <a:lnTo>
                  <a:pt x="6165469" y="38100"/>
                </a:lnTo>
                <a:close/>
                <a:moveTo>
                  <a:pt x="6432169" y="38100"/>
                </a:moveTo>
                <a:lnTo>
                  <a:pt x="6546469" y="38100"/>
                </a:lnTo>
                <a:lnTo>
                  <a:pt x="6432169" y="38100"/>
                </a:lnTo>
                <a:close/>
                <a:moveTo>
                  <a:pt x="6698869" y="38100"/>
                </a:moveTo>
                <a:lnTo>
                  <a:pt x="6813169" y="38100"/>
                </a:lnTo>
                <a:lnTo>
                  <a:pt x="6698869" y="38100"/>
                </a:lnTo>
                <a:close/>
                <a:moveTo>
                  <a:pt x="6965569" y="38100"/>
                </a:moveTo>
                <a:lnTo>
                  <a:pt x="7079869" y="38100"/>
                </a:lnTo>
                <a:lnTo>
                  <a:pt x="6965569" y="38100"/>
                </a:lnTo>
                <a:close/>
                <a:moveTo>
                  <a:pt x="7232269" y="38100"/>
                </a:moveTo>
                <a:lnTo>
                  <a:pt x="7346569" y="38100"/>
                </a:lnTo>
                <a:lnTo>
                  <a:pt x="7232269" y="38100"/>
                </a:lnTo>
                <a:close/>
                <a:moveTo>
                  <a:pt x="7498969" y="38100"/>
                </a:moveTo>
                <a:lnTo>
                  <a:pt x="7613269" y="38100"/>
                </a:lnTo>
                <a:lnTo>
                  <a:pt x="7498969" y="38100"/>
                </a:lnTo>
                <a:close/>
                <a:moveTo>
                  <a:pt x="7765669" y="38100"/>
                </a:moveTo>
                <a:lnTo>
                  <a:pt x="7879969" y="38100"/>
                </a:lnTo>
                <a:lnTo>
                  <a:pt x="7765669" y="38100"/>
                </a:lnTo>
                <a:close/>
                <a:moveTo>
                  <a:pt x="8032369" y="38100"/>
                </a:moveTo>
                <a:lnTo>
                  <a:pt x="8146669" y="38100"/>
                </a:lnTo>
                <a:lnTo>
                  <a:pt x="8032369" y="38100"/>
                </a:lnTo>
                <a:close/>
                <a:moveTo>
                  <a:pt x="8299069" y="38100"/>
                </a:moveTo>
                <a:lnTo>
                  <a:pt x="8413369" y="38100"/>
                </a:lnTo>
                <a:lnTo>
                  <a:pt x="8299069" y="38100"/>
                </a:lnTo>
                <a:close/>
                <a:moveTo>
                  <a:pt x="8565769" y="38100"/>
                </a:moveTo>
                <a:lnTo>
                  <a:pt x="8680069" y="38100"/>
                </a:lnTo>
                <a:lnTo>
                  <a:pt x="8565769" y="38100"/>
                </a:lnTo>
                <a:close/>
                <a:moveTo>
                  <a:pt x="8832469" y="38100"/>
                </a:moveTo>
                <a:lnTo>
                  <a:pt x="8840089" y="38100"/>
                </a:lnTo>
                <a:cubicBezTo>
                  <a:pt x="8876792" y="38100"/>
                  <a:pt x="8913114" y="40132"/>
                  <a:pt x="8948801" y="44069"/>
                </a:cubicBezTo>
                <a:lnTo>
                  <a:pt x="8944610" y="81915"/>
                </a:lnTo>
                <a:cubicBezTo>
                  <a:pt x="8910320" y="78105"/>
                  <a:pt x="8875522" y="76073"/>
                  <a:pt x="8840216" y="76073"/>
                </a:cubicBezTo>
                <a:lnTo>
                  <a:pt x="8840216" y="19050"/>
                </a:lnTo>
                <a:lnTo>
                  <a:pt x="8840216" y="38100"/>
                </a:lnTo>
                <a:lnTo>
                  <a:pt x="8832596" y="38100"/>
                </a:lnTo>
                <a:close/>
                <a:moveTo>
                  <a:pt x="9101328" y="73787"/>
                </a:moveTo>
                <a:cubicBezTo>
                  <a:pt x="9139047" y="84328"/>
                  <a:pt x="9175750" y="97028"/>
                  <a:pt x="9211310" y="111887"/>
                </a:cubicBezTo>
                <a:lnTo>
                  <a:pt x="9196705" y="147066"/>
                </a:lnTo>
                <a:cubicBezTo>
                  <a:pt x="9162542" y="132842"/>
                  <a:pt x="9127236" y="120523"/>
                  <a:pt x="9091041" y="110490"/>
                </a:cubicBezTo>
                <a:close/>
                <a:moveTo>
                  <a:pt x="9339199" y="219837"/>
                </a:moveTo>
                <a:cubicBezTo>
                  <a:pt x="9372219" y="240411"/>
                  <a:pt x="9403969" y="263017"/>
                  <a:pt x="9434068" y="287401"/>
                </a:cubicBezTo>
                <a:lnTo>
                  <a:pt x="9410065" y="316992"/>
                </a:lnTo>
                <a:cubicBezTo>
                  <a:pt x="9381109" y="293624"/>
                  <a:pt x="9350629" y="271907"/>
                  <a:pt x="9318879" y="252095"/>
                </a:cubicBezTo>
                <a:close/>
                <a:moveTo>
                  <a:pt x="9556750" y="319659"/>
                </a:moveTo>
                <a:cubicBezTo>
                  <a:pt x="9582658" y="348615"/>
                  <a:pt x="9606661" y="379222"/>
                  <a:pt x="9628759" y="411353"/>
                </a:cubicBezTo>
                <a:lnTo>
                  <a:pt x="9597390" y="432943"/>
                </a:lnTo>
                <a:cubicBezTo>
                  <a:pt x="9576181" y="402209"/>
                  <a:pt x="9553067" y="372872"/>
                  <a:pt x="9528302" y="345059"/>
                </a:cubicBezTo>
                <a:close/>
                <a:moveTo>
                  <a:pt x="9706102" y="546100"/>
                </a:moveTo>
                <a:cubicBezTo>
                  <a:pt x="9722485" y="581152"/>
                  <a:pt x="9736836" y="617474"/>
                  <a:pt x="9748774" y="654685"/>
                </a:cubicBezTo>
                <a:lnTo>
                  <a:pt x="9712452" y="666369"/>
                </a:lnTo>
                <a:cubicBezTo>
                  <a:pt x="9701022" y="630682"/>
                  <a:pt x="9687306" y="595884"/>
                  <a:pt x="9671558" y="562229"/>
                </a:cubicBezTo>
                <a:close/>
                <a:moveTo>
                  <a:pt x="9749028" y="822198"/>
                </a:moveTo>
                <a:cubicBezTo>
                  <a:pt x="9754489" y="860298"/>
                  <a:pt x="9757537" y="899160"/>
                  <a:pt x="9758172" y="938530"/>
                </a:cubicBezTo>
                <a:lnTo>
                  <a:pt x="9720072" y="939165"/>
                </a:lnTo>
                <a:cubicBezTo>
                  <a:pt x="9719437" y="901319"/>
                  <a:pt x="9716516" y="864108"/>
                  <a:pt x="9711309" y="827659"/>
                </a:cubicBezTo>
                <a:close/>
                <a:moveTo>
                  <a:pt x="9710039" y="1099312"/>
                </a:moveTo>
                <a:cubicBezTo>
                  <a:pt x="9704070" y="1138047"/>
                  <a:pt x="9695815" y="1176147"/>
                  <a:pt x="9685147" y="1213231"/>
                </a:cubicBezTo>
                <a:lnTo>
                  <a:pt x="9720834" y="1181100"/>
                </a:lnTo>
                <a:cubicBezTo>
                  <a:pt x="9730994" y="1145540"/>
                  <a:pt x="9738995" y="1109091"/>
                  <a:pt x="9744583" y="1071880"/>
                </a:cubicBezTo>
                <a:close/>
                <a:moveTo>
                  <a:pt x="9664573" y="1331087"/>
                </a:moveTo>
                <a:cubicBezTo>
                  <a:pt x="9647682" y="1366266"/>
                  <a:pt x="9628632" y="1400175"/>
                  <a:pt x="9607677" y="1432814"/>
                </a:cubicBezTo>
                <a:lnTo>
                  <a:pt x="9575673" y="1412240"/>
                </a:lnTo>
                <a:cubicBezTo>
                  <a:pt x="9595865" y="1380998"/>
                  <a:pt x="9614027" y="1348359"/>
                  <a:pt x="9630283" y="1314704"/>
                </a:cubicBezTo>
                <a:close/>
                <a:moveTo>
                  <a:pt x="9478772" y="1539621"/>
                </a:moveTo>
                <a:cubicBezTo>
                  <a:pt x="9452610" y="1568323"/>
                  <a:pt x="9424797" y="1595501"/>
                  <a:pt x="9395333" y="1620901"/>
                </a:cubicBezTo>
                <a:lnTo>
                  <a:pt x="9370440" y="1592072"/>
                </a:lnTo>
                <a:cubicBezTo>
                  <a:pt x="9398762" y="1567688"/>
                  <a:pt x="9425559" y="1541653"/>
                  <a:pt x="9450577" y="1513967"/>
                </a:cubicBezTo>
                <a:close/>
                <a:moveTo>
                  <a:pt x="9241536" y="1686687"/>
                </a:moveTo>
                <a:cubicBezTo>
                  <a:pt x="9208515" y="1706880"/>
                  <a:pt x="9174099" y="1725041"/>
                  <a:pt x="9138539" y="1741297"/>
                </a:cubicBezTo>
                <a:lnTo>
                  <a:pt x="9122790" y="1706626"/>
                </a:lnTo>
                <a:cubicBezTo>
                  <a:pt x="9156953" y="1691132"/>
                  <a:pt x="9189974" y="1673606"/>
                  <a:pt x="9221724" y="1654302"/>
                </a:cubicBezTo>
                <a:close/>
                <a:moveTo>
                  <a:pt x="9092692" y="1841500"/>
                </a:moveTo>
                <a:cubicBezTo>
                  <a:pt x="9055481" y="1851533"/>
                  <a:pt x="9017381" y="1859407"/>
                  <a:pt x="8978647" y="1864995"/>
                </a:cubicBezTo>
                <a:lnTo>
                  <a:pt x="8973186" y="1827276"/>
                </a:lnTo>
                <a:cubicBezTo>
                  <a:pt x="9010524" y="1821942"/>
                  <a:pt x="9047099" y="1814322"/>
                  <a:pt x="9082786" y="1804797"/>
                </a:cubicBezTo>
                <a:close/>
                <a:moveTo>
                  <a:pt x="8813800" y="1838071"/>
                </a:moveTo>
                <a:lnTo>
                  <a:pt x="8699500" y="1838071"/>
                </a:lnTo>
                <a:lnTo>
                  <a:pt x="8699500" y="1799971"/>
                </a:lnTo>
                <a:lnTo>
                  <a:pt x="8813800" y="1799971"/>
                </a:lnTo>
                <a:close/>
                <a:moveTo>
                  <a:pt x="8547100" y="1799971"/>
                </a:moveTo>
                <a:lnTo>
                  <a:pt x="8432800" y="1799971"/>
                </a:lnTo>
                <a:lnTo>
                  <a:pt x="8432800" y="1761871"/>
                </a:lnTo>
                <a:lnTo>
                  <a:pt x="8547100" y="1761871"/>
                </a:lnTo>
                <a:close/>
                <a:moveTo>
                  <a:pt x="8280400" y="1761871"/>
                </a:moveTo>
                <a:lnTo>
                  <a:pt x="8166100" y="1761871"/>
                </a:lnTo>
                <a:lnTo>
                  <a:pt x="8166100" y="1723771"/>
                </a:lnTo>
                <a:lnTo>
                  <a:pt x="8280400" y="1723771"/>
                </a:lnTo>
                <a:close/>
                <a:moveTo>
                  <a:pt x="8013700" y="1723771"/>
                </a:moveTo>
                <a:lnTo>
                  <a:pt x="7899400" y="1723771"/>
                </a:lnTo>
                <a:lnTo>
                  <a:pt x="7899400" y="1685671"/>
                </a:lnTo>
                <a:lnTo>
                  <a:pt x="8013700" y="1685671"/>
                </a:lnTo>
                <a:close/>
                <a:moveTo>
                  <a:pt x="7747000" y="1685671"/>
                </a:moveTo>
                <a:lnTo>
                  <a:pt x="7632700" y="1685671"/>
                </a:lnTo>
                <a:lnTo>
                  <a:pt x="7632700" y="1647571"/>
                </a:lnTo>
                <a:lnTo>
                  <a:pt x="7747000" y="1647571"/>
                </a:lnTo>
                <a:close/>
                <a:moveTo>
                  <a:pt x="7480300" y="1647571"/>
                </a:moveTo>
                <a:lnTo>
                  <a:pt x="7366000" y="1647571"/>
                </a:lnTo>
                <a:lnTo>
                  <a:pt x="7366000" y="1609471"/>
                </a:lnTo>
                <a:lnTo>
                  <a:pt x="7480300" y="1609471"/>
                </a:lnTo>
                <a:close/>
                <a:moveTo>
                  <a:pt x="7213600" y="1609471"/>
                </a:moveTo>
                <a:lnTo>
                  <a:pt x="7099300" y="1609471"/>
                </a:lnTo>
                <a:lnTo>
                  <a:pt x="7099300" y="1571371"/>
                </a:lnTo>
                <a:lnTo>
                  <a:pt x="7213600" y="1571371"/>
                </a:lnTo>
                <a:close/>
                <a:moveTo>
                  <a:pt x="6946900" y="1571371"/>
                </a:moveTo>
                <a:lnTo>
                  <a:pt x="6832600" y="1571371"/>
                </a:lnTo>
                <a:lnTo>
                  <a:pt x="6832600" y="1533271"/>
                </a:lnTo>
                <a:lnTo>
                  <a:pt x="6946900" y="1533271"/>
                </a:lnTo>
                <a:close/>
                <a:moveTo>
                  <a:pt x="6680200" y="1533271"/>
                </a:moveTo>
                <a:lnTo>
                  <a:pt x="6565900" y="1533271"/>
                </a:lnTo>
                <a:lnTo>
                  <a:pt x="6565900" y="1495171"/>
                </a:lnTo>
                <a:lnTo>
                  <a:pt x="6680200" y="1495171"/>
                </a:lnTo>
                <a:close/>
                <a:moveTo>
                  <a:pt x="6413500" y="1495171"/>
                </a:moveTo>
                <a:lnTo>
                  <a:pt x="6299200" y="1495171"/>
                </a:lnTo>
                <a:lnTo>
                  <a:pt x="6299200" y="1457071"/>
                </a:lnTo>
                <a:lnTo>
                  <a:pt x="6413500" y="1457071"/>
                </a:lnTo>
                <a:close/>
                <a:moveTo>
                  <a:pt x="6146800" y="1457071"/>
                </a:moveTo>
                <a:lnTo>
                  <a:pt x="6032500" y="1457071"/>
                </a:lnTo>
                <a:lnTo>
                  <a:pt x="6032500" y="1418971"/>
                </a:lnTo>
                <a:lnTo>
                  <a:pt x="6146800" y="1418971"/>
                </a:lnTo>
                <a:close/>
                <a:moveTo>
                  <a:pt x="5880100" y="1418971"/>
                </a:moveTo>
                <a:lnTo>
                  <a:pt x="5765800" y="1418971"/>
                </a:lnTo>
                <a:lnTo>
                  <a:pt x="5765800" y="1380871"/>
                </a:lnTo>
                <a:lnTo>
                  <a:pt x="5880100" y="1380871"/>
                </a:lnTo>
                <a:close/>
                <a:moveTo>
                  <a:pt x="5613400" y="1380871"/>
                </a:moveTo>
                <a:lnTo>
                  <a:pt x="5499100" y="1380871"/>
                </a:lnTo>
                <a:lnTo>
                  <a:pt x="5499100" y="1342771"/>
                </a:lnTo>
                <a:lnTo>
                  <a:pt x="5613400" y="1342771"/>
                </a:lnTo>
                <a:close/>
                <a:moveTo>
                  <a:pt x="5346700" y="1342771"/>
                </a:moveTo>
                <a:lnTo>
                  <a:pt x="5232400" y="1342771"/>
                </a:lnTo>
                <a:lnTo>
                  <a:pt x="5232400" y="1304671"/>
                </a:lnTo>
                <a:lnTo>
                  <a:pt x="5346700" y="1304671"/>
                </a:lnTo>
                <a:close/>
                <a:moveTo>
                  <a:pt x="5080000" y="1304671"/>
                </a:moveTo>
                <a:lnTo>
                  <a:pt x="4965700" y="1304671"/>
                </a:lnTo>
                <a:lnTo>
                  <a:pt x="4965700" y="1266571"/>
                </a:lnTo>
                <a:lnTo>
                  <a:pt x="5080000" y="1266571"/>
                </a:lnTo>
                <a:close/>
                <a:moveTo>
                  <a:pt x="4813300" y="1266571"/>
                </a:moveTo>
                <a:lnTo>
                  <a:pt x="4699000" y="1266571"/>
                </a:lnTo>
                <a:lnTo>
                  <a:pt x="4699000" y="1228471"/>
                </a:lnTo>
                <a:lnTo>
                  <a:pt x="4813300" y="1228471"/>
                </a:lnTo>
                <a:close/>
                <a:moveTo>
                  <a:pt x="4546600" y="1228471"/>
                </a:moveTo>
                <a:lnTo>
                  <a:pt x="4432300" y="1228471"/>
                </a:lnTo>
                <a:lnTo>
                  <a:pt x="4432300" y="1190371"/>
                </a:lnTo>
                <a:lnTo>
                  <a:pt x="4546600" y="1190371"/>
                </a:lnTo>
                <a:close/>
                <a:moveTo>
                  <a:pt x="4279900" y="1190371"/>
                </a:moveTo>
                <a:lnTo>
                  <a:pt x="4165600" y="1190371"/>
                </a:lnTo>
                <a:lnTo>
                  <a:pt x="4165600" y="1152271"/>
                </a:lnTo>
                <a:lnTo>
                  <a:pt x="4279900" y="1152271"/>
                </a:lnTo>
                <a:close/>
                <a:moveTo>
                  <a:pt x="4013200" y="1152271"/>
                </a:moveTo>
                <a:lnTo>
                  <a:pt x="3898900" y="1152271"/>
                </a:lnTo>
                <a:lnTo>
                  <a:pt x="3898900" y="1114171"/>
                </a:lnTo>
                <a:lnTo>
                  <a:pt x="4013200" y="1114171"/>
                </a:lnTo>
                <a:close/>
                <a:moveTo>
                  <a:pt x="3746500" y="1114171"/>
                </a:moveTo>
                <a:lnTo>
                  <a:pt x="3632200" y="1114171"/>
                </a:lnTo>
                <a:lnTo>
                  <a:pt x="3632200" y="1076071"/>
                </a:lnTo>
                <a:lnTo>
                  <a:pt x="3746500" y="1076071"/>
                </a:lnTo>
                <a:close/>
                <a:moveTo>
                  <a:pt x="3479800" y="1076071"/>
                </a:moveTo>
                <a:lnTo>
                  <a:pt x="3365500" y="1076071"/>
                </a:lnTo>
                <a:lnTo>
                  <a:pt x="3365500" y="1037971"/>
                </a:lnTo>
                <a:lnTo>
                  <a:pt x="3479800" y="1037971"/>
                </a:lnTo>
                <a:close/>
                <a:moveTo>
                  <a:pt x="3213100" y="1037971"/>
                </a:moveTo>
                <a:lnTo>
                  <a:pt x="3098800" y="1037971"/>
                </a:lnTo>
                <a:lnTo>
                  <a:pt x="3098800" y="999871"/>
                </a:lnTo>
                <a:lnTo>
                  <a:pt x="3213100" y="999871"/>
                </a:lnTo>
                <a:close/>
                <a:moveTo>
                  <a:pt x="2946400" y="999871"/>
                </a:moveTo>
                <a:lnTo>
                  <a:pt x="2832100" y="999871"/>
                </a:lnTo>
                <a:lnTo>
                  <a:pt x="2832100" y="961771"/>
                </a:lnTo>
                <a:lnTo>
                  <a:pt x="2946400" y="961771"/>
                </a:lnTo>
                <a:close/>
                <a:moveTo>
                  <a:pt x="2679700" y="961771"/>
                </a:moveTo>
                <a:lnTo>
                  <a:pt x="2565400" y="961771"/>
                </a:lnTo>
                <a:lnTo>
                  <a:pt x="2565400" y="923671"/>
                </a:lnTo>
                <a:lnTo>
                  <a:pt x="2679700" y="923671"/>
                </a:lnTo>
                <a:close/>
                <a:moveTo>
                  <a:pt x="2413000" y="923671"/>
                </a:moveTo>
                <a:lnTo>
                  <a:pt x="2298700" y="923671"/>
                </a:lnTo>
                <a:lnTo>
                  <a:pt x="2298700" y="885571"/>
                </a:lnTo>
                <a:lnTo>
                  <a:pt x="2413000" y="885571"/>
                </a:lnTo>
                <a:close/>
                <a:moveTo>
                  <a:pt x="2146300" y="885571"/>
                </a:moveTo>
                <a:lnTo>
                  <a:pt x="2032000" y="885571"/>
                </a:lnTo>
                <a:lnTo>
                  <a:pt x="2032000" y="847471"/>
                </a:lnTo>
                <a:lnTo>
                  <a:pt x="2146300" y="847471"/>
                </a:lnTo>
                <a:close/>
                <a:moveTo>
                  <a:pt x="1879600" y="847471"/>
                </a:moveTo>
                <a:lnTo>
                  <a:pt x="1765300" y="847471"/>
                </a:lnTo>
                <a:lnTo>
                  <a:pt x="1765300" y="809371"/>
                </a:lnTo>
                <a:lnTo>
                  <a:pt x="1879600" y="809371"/>
                </a:lnTo>
                <a:close/>
                <a:moveTo>
                  <a:pt x="1612900" y="809371"/>
                </a:moveTo>
                <a:lnTo>
                  <a:pt x="1498600" y="809371"/>
                </a:lnTo>
                <a:lnTo>
                  <a:pt x="1498600" y="771271"/>
                </a:lnTo>
                <a:lnTo>
                  <a:pt x="1612900" y="771271"/>
                </a:lnTo>
                <a:close/>
                <a:moveTo>
                  <a:pt x="1346200" y="771271"/>
                </a:moveTo>
                <a:lnTo>
                  <a:pt x="1231900" y="771271"/>
                </a:lnTo>
                <a:lnTo>
                  <a:pt x="1231900" y="733171"/>
                </a:lnTo>
                <a:lnTo>
                  <a:pt x="1346200" y="733171"/>
                </a:lnTo>
                <a:close/>
                <a:moveTo>
                  <a:pt x="1079500" y="733171"/>
                </a:moveTo>
                <a:lnTo>
                  <a:pt x="965200" y="733171"/>
                </a:lnTo>
                <a:lnTo>
                  <a:pt x="965200" y="695071"/>
                </a:lnTo>
                <a:lnTo>
                  <a:pt x="1079500" y="695071"/>
                </a:lnTo>
                <a:close/>
                <a:moveTo>
                  <a:pt x="810387" y="686054"/>
                </a:moveTo>
                <a:cubicBezTo>
                  <a:pt x="771525" y="680720"/>
                  <a:pt x="733425" y="673100"/>
                  <a:pt x="696087" y="663321"/>
                </a:cubicBezTo>
                <a:lnTo>
                  <a:pt x="705739" y="626491"/>
                </a:lnTo>
                <a:cubicBezTo>
                  <a:pt x="741553" y="635889"/>
                  <a:pt x="778129" y="643255"/>
                  <a:pt x="815467" y="648335"/>
                </a:cubicBezTo>
                <a:close/>
                <a:moveTo>
                  <a:pt x="554736" y="574040"/>
                </a:moveTo>
                <a:cubicBezTo>
                  <a:pt x="519049" y="558165"/>
                  <a:pt x="484505" y="540131"/>
                  <a:pt x="451358" y="520192"/>
                </a:cubicBezTo>
                <a:lnTo>
                  <a:pt x="471043" y="487553"/>
                </a:lnTo>
                <a:cubicBezTo>
                  <a:pt x="502920" y="506730"/>
                  <a:pt x="536067" y="524002"/>
                  <a:pt x="570230" y="539242"/>
                </a:cubicBezTo>
                <a:close/>
                <a:moveTo>
                  <a:pt x="330200" y="1647063"/>
                </a:moveTo>
                <a:cubicBezTo>
                  <a:pt x="300482" y="1621917"/>
                  <a:pt x="272415" y="1594866"/>
                  <a:pt x="246126" y="1566291"/>
                </a:cubicBezTo>
                <a:lnTo>
                  <a:pt x="274193" y="1540510"/>
                </a:lnTo>
                <a:cubicBezTo>
                  <a:pt x="299466" y="1567942"/>
                  <a:pt x="326390" y="1593850"/>
                  <a:pt x="354838" y="1618107"/>
                </a:cubicBezTo>
                <a:close/>
                <a:moveTo>
                  <a:pt x="150749" y="1443736"/>
                </a:moveTo>
                <a:cubicBezTo>
                  <a:pt x="129540" y="1411224"/>
                  <a:pt x="110236" y="1377442"/>
                  <a:pt x="93218" y="1342390"/>
                </a:cubicBezTo>
                <a:lnTo>
                  <a:pt x="127508" y="1325753"/>
                </a:lnTo>
                <a:cubicBezTo>
                  <a:pt x="143891" y="1359408"/>
                  <a:pt x="162306" y="1391793"/>
                  <a:pt x="182753" y="1423035"/>
                </a:cubicBezTo>
                <a:close/>
                <a:moveTo>
                  <a:pt x="37084" y="1197356"/>
                </a:moveTo>
                <a:cubicBezTo>
                  <a:pt x="26289" y="1160399"/>
                  <a:pt x="17653" y="1122426"/>
                  <a:pt x="11430" y="1083691"/>
                </a:cubicBezTo>
                <a:lnTo>
                  <a:pt x="49022" y="1077722"/>
                </a:lnTo>
                <a:cubicBezTo>
                  <a:pt x="54991" y="1114806"/>
                  <a:pt x="63119" y="1151255"/>
                  <a:pt x="73533" y="1186688"/>
                </a:cubicBezTo>
                <a:close/>
                <a:moveTo>
                  <a:pt x="0" y="937387"/>
                </a:moveTo>
                <a:cubicBezTo>
                  <a:pt x="0" y="897890"/>
                  <a:pt x="2540" y="859028"/>
                  <a:pt x="7239" y="820928"/>
                </a:cubicBezTo>
                <a:lnTo>
                  <a:pt x="45085" y="825754"/>
                </a:lnTo>
                <a:cubicBezTo>
                  <a:pt x="40513" y="862203"/>
                  <a:pt x="38100" y="899541"/>
                  <a:pt x="38100" y="937387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039087" y="2322635"/>
            <a:ext cx="3328654" cy="3328654"/>
          </a:xfrm>
          <a:custGeom>
            <a:avLst/>
            <a:gdLst/>
            <a:ahLst/>
            <a:cxnLst/>
            <a:rect l="l" t="t" r="r" b="b"/>
            <a:pathLst>
              <a:path w="3328654" h="3328654" extrusionOk="0">
                <a:moveTo>
                  <a:pt x="0" y="0"/>
                </a:moveTo>
                <a:lnTo>
                  <a:pt x="3328654" y="0"/>
                </a:lnTo>
                <a:lnTo>
                  <a:pt x="3328654" y="3328654"/>
                </a:lnTo>
                <a:lnTo>
                  <a:pt x="0" y="3328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3"/>
          <p:cNvSpPr txBox="1"/>
          <p:nvPr/>
        </p:nvSpPr>
        <p:spPr>
          <a:xfrm>
            <a:off x="1046283" y="7566378"/>
            <a:ext cx="16195432" cy="92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  ПЕРСОНАЛА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57457" y="8508943"/>
            <a:ext cx="14573082" cy="514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BCD100"/>
                </a:solidFill>
                <a:latin typeface="Open Sans"/>
                <a:ea typeface="Open Sans"/>
                <a:cs typeface="Open Sans"/>
                <a:sym typeface="Open Sans"/>
              </a:rPr>
              <a:t>ПРОСТЫЕ И ЭФФЕКТИВНЫЕ РЕШЕНИЯ  КАДРОВЫХ ВОПРОСОВ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691038" y="5220883"/>
            <a:ext cx="6024751" cy="135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6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 descr="Deal activity in H1 2021 at $40.7 bn, down 14% over year-ago period |  Business Standard News"/>
          <p:cNvSpPr/>
          <p:nvPr/>
        </p:nvSpPr>
        <p:spPr>
          <a:xfrm>
            <a:off x="8752354" y="0"/>
            <a:ext cx="9501405" cy="10287000"/>
          </a:xfrm>
          <a:custGeom>
            <a:avLst/>
            <a:gdLst/>
            <a:ahLst/>
            <a:cxnLst/>
            <a:rect l="l" t="t" r="r" b="b"/>
            <a:pathLst>
              <a:path w="9501405" h="10287000" extrusionOk="0">
                <a:moveTo>
                  <a:pt x="0" y="0"/>
                </a:moveTo>
                <a:lnTo>
                  <a:pt x="9501406" y="0"/>
                </a:lnTo>
                <a:lnTo>
                  <a:pt x="95014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1446" r="-23224"/>
            </a:stretch>
          </a:blipFill>
          <a:ln>
            <a:noFill/>
          </a:ln>
        </p:spPr>
      </p:sp>
      <p:sp>
        <p:nvSpPr>
          <p:cNvPr id="97" name="Google Shape;97;p14"/>
          <p:cNvSpPr/>
          <p:nvPr/>
        </p:nvSpPr>
        <p:spPr>
          <a:xfrm>
            <a:off x="8397884" y="0"/>
            <a:ext cx="9889521" cy="10287000"/>
          </a:xfrm>
          <a:custGeom>
            <a:avLst/>
            <a:gdLst/>
            <a:ahLst/>
            <a:cxnLst/>
            <a:rect l="l" t="t" r="r" b="b"/>
            <a:pathLst>
              <a:path w="13186029" h="13716000" extrusionOk="0">
                <a:moveTo>
                  <a:pt x="0" y="0"/>
                </a:moveTo>
                <a:lnTo>
                  <a:pt x="0" y="13716000"/>
                </a:lnTo>
                <a:lnTo>
                  <a:pt x="13186029" y="13716000"/>
                </a:lnTo>
                <a:lnTo>
                  <a:pt x="13186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271B31">
              <a:alpha val="43529"/>
            </a:srgbClr>
          </a:solidFill>
          <a:ln>
            <a:noFill/>
          </a:ln>
        </p:spPr>
      </p:sp>
      <p:sp>
        <p:nvSpPr>
          <p:cNvPr id="98" name="Google Shape;98;p14"/>
          <p:cNvSpPr/>
          <p:nvPr/>
        </p:nvSpPr>
        <p:spPr>
          <a:xfrm>
            <a:off x="182880" y="-117566"/>
            <a:ext cx="11168744" cy="10404565"/>
          </a:xfrm>
          <a:custGeom>
            <a:avLst/>
            <a:gdLst/>
            <a:ahLst/>
            <a:cxnLst/>
            <a:rect l="l" t="t" r="r" b="b"/>
            <a:pathLst>
              <a:path w="11168744" h="10404565" extrusionOk="0">
                <a:moveTo>
                  <a:pt x="0" y="0"/>
                </a:moveTo>
                <a:lnTo>
                  <a:pt x="11168744" y="0"/>
                </a:lnTo>
                <a:lnTo>
                  <a:pt x="11168744" y="10404566"/>
                </a:lnTo>
                <a:lnTo>
                  <a:pt x="0" y="10404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14"/>
          <p:cNvSpPr txBox="1"/>
          <p:nvPr/>
        </p:nvSpPr>
        <p:spPr>
          <a:xfrm>
            <a:off x="1082826" y="3434770"/>
            <a:ext cx="6430035" cy="399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RM Group</a:t>
            </a:r>
            <a:r>
              <a:rPr lang="en-US" sz="24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- один 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из лидеров на рынке аутсорсинга и аутстаффинга персонала.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Более 14 лет мы обеспечиваем организации в разных сферах деятельности линейным персоналом. Мы предоставляем полный спектр услуг: от поиска кандидатов, до контроля качества работ исполнителями.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101" name="Google Shape;101;p14"/>
          <p:cNvSpPr txBox="1"/>
          <p:nvPr/>
        </p:nvSpPr>
        <p:spPr>
          <a:xfrm>
            <a:off x="2588236" y="634140"/>
            <a:ext cx="10295980" cy="1136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О НАС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2D3BC2-8D60-49E4-92F5-98832D506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349" y="2623421"/>
            <a:ext cx="1114621" cy="1071274"/>
          </a:xfrm>
          <a:prstGeom prst="rect">
            <a:avLst/>
          </a:prstGeom>
        </p:spPr>
      </p:pic>
      <p:sp>
        <p:nvSpPr>
          <p:cNvPr id="106" name="Google Shape;106;p15"/>
          <p:cNvSpPr/>
          <p:nvPr/>
        </p:nvSpPr>
        <p:spPr>
          <a:xfrm>
            <a:off x="11473650" y="-720344"/>
            <a:ext cx="12724639" cy="12724638"/>
          </a:xfrm>
          <a:custGeom>
            <a:avLst/>
            <a:gdLst/>
            <a:ahLst/>
            <a:cxnLst/>
            <a:rect l="l" t="t" r="r" b="b"/>
            <a:pathLst>
              <a:path w="16966185" h="16966185" extrusionOk="0">
                <a:moveTo>
                  <a:pt x="0" y="8483092"/>
                </a:moveTo>
                <a:cubicBezTo>
                  <a:pt x="0" y="3798062"/>
                  <a:pt x="3798062" y="0"/>
                  <a:pt x="8483092" y="0"/>
                </a:cubicBezTo>
                <a:cubicBezTo>
                  <a:pt x="13168123" y="0"/>
                  <a:pt x="16966185" y="3798062"/>
                  <a:pt x="16966185" y="8483092"/>
                </a:cubicBezTo>
                <a:cubicBezTo>
                  <a:pt x="16966185" y="13168123"/>
                  <a:pt x="13168123" y="16966185"/>
                  <a:pt x="8483092" y="16966185"/>
                </a:cubicBezTo>
                <a:cubicBezTo>
                  <a:pt x="3798062" y="16966185"/>
                  <a:pt x="0" y="13168122"/>
                  <a:pt x="0" y="8483092"/>
                </a:cubicBezTo>
                <a:close/>
              </a:path>
            </a:pathLst>
          </a:custGeom>
          <a:gradFill>
            <a:gsLst>
              <a:gs pos="0">
                <a:srgbClr val="EBEBEB">
                  <a:alpha val="0"/>
                </a:srgbClr>
              </a:gs>
              <a:gs pos="45000">
                <a:srgbClr val="FFFFFF">
                  <a:alpha val="15294"/>
                </a:srgbClr>
              </a:gs>
              <a:gs pos="100000">
                <a:srgbClr val="FFFFFF">
                  <a:alpha val="15294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2588236" y="1753980"/>
            <a:ext cx="9942125" cy="48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АУТСОРСИНГ БИЗНЕС-ПРОЦЕССОВ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2588236" y="634140"/>
            <a:ext cx="10295980" cy="1136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НАПРАВЛЕНИЯ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110" name="Google Shape;110;p15"/>
          <p:cNvSpPr/>
          <p:nvPr/>
        </p:nvSpPr>
        <p:spPr>
          <a:xfrm>
            <a:off x="739664" y="2698730"/>
            <a:ext cx="7049739" cy="942595"/>
          </a:xfrm>
          <a:custGeom>
            <a:avLst/>
            <a:gdLst/>
            <a:ahLst/>
            <a:cxnLst/>
            <a:rect l="l" t="t" r="r" b="b"/>
            <a:pathLst>
              <a:path w="9399651" h="1256792" extrusionOk="0">
                <a:moveTo>
                  <a:pt x="0" y="628396"/>
                </a:moveTo>
                <a:cubicBezTo>
                  <a:pt x="0" y="281305"/>
                  <a:pt x="281305" y="0"/>
                  <a:pt x="628396" y="0"/>
                </a:cubicBezTo>
                <a:lnTo>
                  <a:pt x="8771255" y="0"/>
                </a:lnTo>
                <a:cubicBezTo>
                  <a:pt x="9118347" y="0"/>
                  <a:pt x="9399651" y="281305"/>
                  <a:pt x="9399651" y="628396"/>
                </a:cubicBezTo>
                <a:cubicBezTo>
                  <a:pt x="9399651" y="975487"/>
                  <a:pt x="9118347" y="1256792"/>
                  <a:pt x="8771255" y="1256792"/>
                </a:cubicBezTo>
                <a:lnTo>
                  <a:pt x="628396" y="1256792"/>
                </a:lnTo>
                <a:cubicBezTo>
                  <a:pt x="281305" y="1256792"/>
                  <a:pt x="0" y="975360"/>
                  <a:pt x="0" y="628396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80624" y="5424532"/>
            <a:ext cx="6955631" cy="961835"/>
          </a:xfrm>
          <a:custGeom>
            <a:avLst/>
            <a:gdLst/>
            <a:ahLst/>
            <a:cxnLst/>
            <a:rect l="l" t="t" r="r" b="b"/>
            <a:pathLst>
              <a:path w="9274175" h="1282446" extrusionOk="0">
                <a:moveTo>
                  <a:pt x="0" y="641223"/>
                </a:moveTo>
                <a:cubicBezTo>
                  <a:pt x="0" y="287020"/>
                  <a:pt x="287020" y="0"/>
                  <a:pt x="641223" y="0"/>
                </a:cubicBezTo>
                <a:lnTo>
                  <a:pt x="8632952" y="0"/>
                </a:lnTo>
                <a:cubicBezTo>
                  <a:pt x="8987028" y="0"/>
                  <a:pt x="9274175" y="287020"/>
                  <a:pt x="9274175" y="641223"/>
                </a:cubicBezTo>
                <a:cubicBezTo>
                  <a:pt x="9274175" y="995426"/>
                  <a:pt x="8987155" y="1282446"/>
                  <a:pt x="8632952" y="1282446"/>
                </a:cubicBezTo>
                <a:lnTo>
                  <a:pt x="641223" y="1282446"/>
                </a:lnTo>
                <a:cubicBezTo>
                  <a:pt x="287020" y="1282446"/>
                  <a:pt x="0" y="995299"/>
                  <a:pt x="0" y="641223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2717996" y="2711185"/>
            <a:ext cx="5437770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 доставки 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товаров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2717996" y="4077984"/>
            <a:ext cx="5085422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складского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персонала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2666688" y="5451256"/>
            <a:ext cx="7821630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ритейла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2714240" y="6859615"/>
            <a:ext cx="5841164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клининговых услуг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295727" y="4077984"/>
            <a:ext cx="5977734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обслуживающего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персонала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1295727" y="2697499"/>
            <a:ext cx="543777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 персонала в сфере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HoReCa</a:t>
            </a:r>
            <a:endParaRPr lang="ru-RU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11301884" y="5444505"/>
            <a:ext cx="7821630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fashion –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индустрии</a:t>
            </a:r>
            <a:endParaRPr dirty="0"/>
          </a:p>
        </p:txBody>
      </p:sp>
      <p:sp>
        <p:nvSpPr>
          <p:cNvPr id="121" name="Google Shape;121;p15"/>
          <p:cNvSpPr/>
          <p:nvPr/>
        </p:nvSpPr>
        <p:spPr>
          <a:xfrm>
            <a:off x="1157822" y="2625078"/>
            <a:ext cx="1044734" cy="1044734"/>
          </a:xfrm>
          <a:custGeom>
            <a:avLst/>
            <a:gdLst/>
            <a:ahLst/>
            <a:cxnLst/>
            <a:rect l="l" t="t" r="r" b="b"/>
            <a:pathLst>
              <a:path w="1044734" h="1044734" extrusionOk="0">
                <a:moveTo>
                  <a:pt x="0" y="0"/>
                </a:moveTo>
                <a:lnTo>
                  <a:pt x="1044733" y="0"/>
                </a:lnTo>
                <a:lnTo>
                  <a:pt x="1044733" y="1044734"/>
                </a:lnTo>
                <a:lnTo>
                  <a:pt x="0" y="1044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10231755" y="5512866"/>
            <a:ext cx="712485" cy="712485"/>
          </a:xfrm>
          <a:custGeom>
            <a:avLst/>
            <a:gdLst/>
            <a:ahLst/>
            <a:cxnLst/>
            <a:rect l="l" t="t" r="r" b="b"/>
            <a:pathLst>
              <a:path w="712485" h="712485" extrusionOk="0">
                <a:moveTo>
                  <a:pt x="0" y="0"/>
                </a:moveTo>
                <a:lnTo>
                  <a:pt x="712485" y="0"/>
                </a:lnTo>
                <a:lnTo>
                  <a:pt x="712485" y="712485"/>
                </a:lnTo>
                <a:lnTo>
                  <a:pt x="0" y="71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3" name="Google Shape;123;p15"/>
          <p:cNvSpPr/>
          <p:nvPr/>
        </p:nvSpPr>
        <p:spPr>
          <a:xfrm>
            <a:off x="10125483" y="4171651"/>
            <a:ext cx="789942" cy="789942"/>
          </a:xfrm>
          <a:custGeom>
            <a:avLst/>
            <a:gdLst/>
            <a:ahLst/>
            <a:cxnLst/>
            <a:rect l="l" t="t" r="r" b="b"/>
            <a:pathLst>
              <a:path w="789942" h="789942" extrusionOk="0">
                <a:moveTo>
                  <a:pt x="0" y="0"/>
                </a:moveTo>
                <a:lnTo>
                  <a:pt x="789942" y="0"/>
                </a:lnTo>
                <a:lnTo>
                  <a:pt x="789942" y="789942"/>
                </a:lnTo>
                <a:lnTo>
                  <a:pt x="0" y="7899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4" name="Google Shape;124;p15"/>
          <p:cNvSpPr/>
          <p:nvPr/>
        </p:nvSpPr>
        <p:spPr>
          <a:xfrm>
            <a:off x="1347267" y="6899596"/>
            <a:ext cx="752539" cy="752540"/>
          </a:xfrm>
          <a:custGeom>
            <a:avLst/>
            <a:gdLst/>
            <a:ahLst/>
            <a:cxnLst/>
            <a:rect l="l" t="t" r="r" b="b"/>
            <a:pathLst>
              <a:path w="752539" h="752540" extrusionOk="0">
                <a:moveTo>
                  <a:pt x="0" y="0"/>
                </a:moveTo>
                <a:lnTo>
                  <a:pt x="752539" y="0"/>
                </a:lnTo>
                <a:lnTo>
                  <a:pt x="752539" y="752540"/>
                </a:lnTo>
                <a:lnTo>
                  <a:pt x="0" y="752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5" name="Google Shape;125;p15"/>
          <p:cNvSpPr/>
          <p:nvPr/>
        </p:nvSpPr>
        <p:spPr>
          <a:xfrm flipH="1">
            <a:off x="1338546" y="5496717"/>
            <a:ext cx="789362" cy="789362"/>
          </a:xfrm>
          <a:custGeom>
            <a:avLst/>
            <a:gdLst/>
            <a:ahLst/>
            <a:cxnLst/>
            <a:rect l="l" t="t" r="r" b="b"/>
            <a:pathLst>
              <a:path w="789362" h="789362" extrusionOk="0">
                <a:moveTo>
                  <a:pt x="789362" y="0"/>
                </a:moveTo>
                <a:lnTo>
                  <a:pt x="0" y="0"/>
                </a:lnTo>
                <a:lnTo>
                  <a:pt x="0" y="789362"/>
                </a:lnTo>
                <a:lnTo>
                  <a:pt x="789362" y="789362"/>
                </a:lnTo>
                <a:lnTo>
                  <a:pt x="789362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15"/>
          <p:cNvSpPr/>
          <p:nvPr/>
        </p:nvSpPr>
        <p:spPr>
          <a:xfrm>
            <a:off x="1340757" y="4176425"/>
            <a:ext cx="757711" cy="757712"/>
          </a:xfrm>
          <a:custGeom>
            <a:avLst/>
            <a:gdLst/>
            <a:ahLst/>
            <a:cxnLst/>
            <a:rect l="l" t="t" r="r" b="b"/>
            <a:pathLst>
              <a:path w="757711" h="757712" extrusionOk="0">
                <a:moveTo>
                  <a:pt x="0" y="0"/>
                </a:moveTo>
                <a:lnTo>
                  <a:pt x="757711" y="0"/>
                </a:lnTo>
                <a:lnTo>
                  <a:pt x="757711" y="757711"/>
                </a:lnTo>
                <a:lnTo>
                  <a:pt x="0" y="757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8" name="Google Shape;128;p15"/>
          <p:cNvSpPr txBox="1"/>
          <p:nvPr/>
        </p:nvSpPr>
        <p:spPr>
          <a:xfrm>
            <a:off x="11239632" y="6811489"/>
            <a:ext cx="5437770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на производстве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10125483" y="6874312"/>
            <a:ext cx="777823" cy="777823"/>
          </a:xfrm>
          <a:custGeom>
            <a:avLst/>
            <a:gdLst/>
            <a:ahLst/>
            <a:cxnLst/>
            <a:rect l="l" t="t" r="r" b="b"/>
            <a:pathLst>
              <a:path w="777823" h="777823" extrusionOk="0">
                <a:moveTo>
                  <a:pt x="0" y="0"/>
                </a:moveTo>
                <a:lnTo>
                  <a:pt x="777823" y="0"/>
                </a:lnTo>
                <a:lnTo>
                  <a:pt x="777823" y="777824"/>
                </a:lnTo>
                <a:lnTo>
                  <a:pt x="0" y="777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>
            <a:off x="9742908" y="4045534"/>
            <a:ext cx="6990589" cy="1052798"/>
          </a:xfrm>
          <a:custGeom>
            <a:avLst/>
            <a:gdLst/>
            <a:ahLst/>
            <a:cxnLst/>
            <a:rect l="l" t="t" r="r" b="b"/>
            <a:pathLst>
              <a:path w="9320785" h="1403731" extrusionOk="0">
                <a:moveTo>
                  <a:pt x="0" y="701802"/>
                </a:moveTo>
                <a:cubicBezTo>
                  <a:pt x="0" y="314198"/>
                  <a:pt x="314198" y="0"/>
                  <a:pt x="701802" y="0"/>
                </a:cubicBezTo>
                <a:lnTo>
                  <a:pt x="8618982" y="0"/>
                </a:lnTo>
                <a:cubicBezTo>
                  <a:pt x="9006587" y="0"/>
                  <a:pt x="9320785" y="314198"/>
                  <a:pt x="9320785" y="701802"/>
                </a:cubicBezTo>
                <a:cubicBezTo>
                  <a:pt x="9320785" y="1089406"/>
                  <a:pt x="9006586" y="1403604"/>
                  <a:pt x="8618982" y="1403604"/>
                </a:cubicBezTo>
                <a:lnTo>
                  <a:pt x="701802" y="1403604"/>
                </a:lnTo>
                <a:cubicBezTo>
                  <a:pt x="314198" y="1403731"/>
                  <a:pt x="0" y="1089533"/>
                  <a:pt x="0" y="701802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9710212" y="6775018"/>
            <a:ext cx="6955631" cy="961835"/>
          </a:xfrm>
          <a:custGeom>
            <a:avLst/>
            <a:gdLst/>
            <a:ahLst/>
            <a:cxnLst/>
            <a:rect l="l" t="t" r="r" b="b"/>
            <a:pathLst>
              <a:path w="9274175" h="1282446" extrusionOk="0">
                <a:moveTo>
                  <a:pt x="0" y="641223"/>
                </a:moveTo>
                <a:cubicBezTo>
                  <a:pt x="0" y="287020"/>
                  <a:pt x="287020" y="0"/>
                  <a:pt x="641223" y="0"/>
                </a:cubicBezTo>
                <a:lnTo>
                  <a:pt x="8632952" y="0"/>
                </a:lnTo>
                <a:cubicBezTo>
                  <a:pt x="8987028" y="0"/>
                  <a:pt x="9274175" y="287020"/>
                  <a:pt x="9274175" y="641223"/>
                </a:cubicBezTo>
                <a:cubicBezTo>
                  <a:pt x="9274175" y="995426"/>
                  <a:pt x="8987155" y="1282446"/>
                  <a:pt x="8632952" y="1282446"/>
                </a:cubicBezTo>
                <a:lnTo>
                  <a:pt x="641223" y="1282446"/>
                </a:lnTo>
                <a:cubicBezTo>
                  <a:pt x="287020" y="1282446"/>
                  <a:pt x="0" y="995299"/>
                  <a:pt x="0" y="641223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54000" y="8131544"/>
            <a:ext cx="6955631" cy="961835"/>
          </a:xfrm>
          <a:custGeom>
            <a:avLst/>
            <a:gdLst/>
            <a:ahLst/>
            <a:cxnLst/>
            <a:rect l="l" t="t" r="r" b="b"/>
            <a:pathLst>
              <a:path w="9274175" h="1282446" extrusionOk="0">
                <a:moveTo>
                  <a:pt x="0" y="641223"/>
                </a:moveTo>
                <a:cubicBezTo>
                  <a:pt x="0" y="287020"/>
                  <a:pt x="287020" y="0"/>
                  <a:pt x="641223" y="0"/>
                </a:cubicBezTo>
                <a:lnTo>
                  <a:pt x="8632952" y="0"/>
                </a:lnTo>
                <a:cubicBezTo>
                  <a:pt x="8987028" y="0"/>
                  <a:pt x="9274175" y="287020"/>
                  <a:pt x="9274175" y="641223"/>
                </a:cubicBezTo>
                <a:cubicBezTo>
                  <a:pt x="9274175" y="995426"/>
                  <a:pt x="8987155" y="1282446"/>
                  <a:pt x="8632952" y="1282446"/>
                </a:cubicBezTo>
                <a:lnTo>
                  <a:pt x="641223" y="1282446"/>
                </a:lnTo>
                <a:cubicBezTo>
                  <a:pt x="287020" y="1282446"/>
                  <a:pt x="0" y="995299"/>
                  <a:pt x="0" y="641223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2706008" y="8121853"/>
            <a:ext cx="7821630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Аутсорсинг 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сельского хозяйства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66624" y="7425382"/>
            <a:ext cx="1621612" cy="2293653"/>
          </a:xfrm>
          <a:custGeom>
            <a:avLst/>
            <a:gdLst/>
            <a:ahLst/>
            <a:cxnLst/>
            <a:rect l="l" t="t" r="r" b="b"/>
            <a:pathLst>
              <a:path w="1621612" h="2293653" extrusionOk="0">
                <a:moveTo>
                  <a:pt x="0" y="0"/>
                </a:moveTo>
                <a:lnTo>
                  <a:pt x="1621612" y="0"/>
                </a:lnTo>
                <a:lnTo>
                  <a:pt x="1621612" y="2293654"/>
                </a:lnTo>
                <a:lnTo>
                  <a:pt x="0" y="2293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" name="Google Shape;120;p15">
            <a:extLst>
              <a:ext uri="{FF2B5EF4-FFF2-40B4-BE49-F238E27FC236}">
                <a16:creationId xmlns:a16="http://schemas.microsoft.com/office/drawing/2014/main" id="{EB3ADEC2-C638-444D-A1A6-13AEDBE6E605}"/>
              </a:ext>
            </a:extLst>
          </p:cNvPr>
          <p:cNvSpPr txBox="1"/>
          <p:nvPr/>
        </p:nvSpPr>
        <p:spPr>
          <a:xfrm>
            <a:off x="11213665" y="8455918"/>
            <a:ext cx="782163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Инвентаризация</a:t>
            </a:r>
            <a:endParaRPr dirty="0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33BBB8DD-5A5A-4BFF-843D-17D442096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0" t="15247" r="20534" b="20221"/>
          <a:stretch/>
        </p:blipFill>
        <p:spPr bwMode="auto">
          <a:xfrm>
            <a:off x="10101317" y="8076880"/>
            <a:ext cx="906783" cy="10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266613" y="-1648998"/>
            <a:ext cx="18038252" cy="10484733"/>
          </a:xfrm>
          <a:custGeom>
            <a:avLst/>
            <a:gdLst/>
            <a:ahLst/>
            <a:cxnLst/>
            <a:rect l="l" t="t" r="r" b="b"/>
            <a:pathLst>
              <a:path w="18038252" h="10484733" extrusionOk="0">
                <a:moveTo>
                  <a:pt x="0" y="0"/>
                </a:moveTo>
                <a:lnTo>
                  <a:pt x="18038252" y="0"/>
                </a:lnTo>
                <a:lnTo>
                  <a:pt x="18038252" y="10484733"/>
                </a:lnTo>
                <a:lnTo>
                  <a:pt x="0" y="10484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5" b="-5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>
            <a:off x="8804368" y="4659968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50" y="0"/>
                </a:lnTo>
                <a:lnTo>
                  <a:pt x="320450" y="291317"/>
                </a:lnTo>
                <a:lnTo>
                  <a:pt x="0" y="29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43" name="Google Shape;143;p16"/>
          <p:cNvSpPr/>
          <p:nvPr/>
        </p:nvSpPr>
        <p:spPr>
          <a:xfrm>
            <a:off x="8222576" y="2987602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44" name="Google Shape;144;p16"/>
          <p:cNvSpPr/>
          <p:nvPr/>
        </p:nvSpPr>
        <p:spPr>
          <a:xfrm>
            <a:off x="8735960" y="3972937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>
            <a:off x="9916196" y="4800885"/>
            <a:ext cx="320449" cy="291318"/>
          </a:xfrm>
          <a:custGeom>
            <a:avLst/>
            <a:gdLst/>
            <a:ahLst/>
            <a:cxnLst/>
            <a:rect l="l" t="t" r="r" b="b"/>
            <a:pathLst>
              <a:path w="320449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46" name="Google Shape;146;p16"/>
          <p:cNvSpPr/>
          <p:nvPr/>
        </p:nvSpPr>
        <p:spPr>
          <a:xfrm>
            <a:off x="9116193" y="5262975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47" name="Google Shape;147;p16"/>
          <p:cNvSpPr/>
          <p:nvPr/>
        </p:nvSpPr>
        <p:spPr>
          <a:xfrm>
            <a:off x="10684329" y="5385087"/>
            <a:ext cx="320449" cy="291318"/>
          </a:xfrm>
          <a:custGeom>
            <a:avLst/>
            <a:gdLst/>
            <a:ahLst/>
            <a:cxnLst/>
            <a:rect l="l" t="t" r="r" b="b"/>
            <a:pathLst>
              <a:path w="320449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48" name="Google Shape;148;p16"/>
          <p:cNvSpPr/>
          <p:nvPr/>
        </p:nvSpPr>
        <p:spPr>
          <a:xfrm>
            <a:off x="10502649" y="6080333"/>
            <a:ext cx="320449" cy="291318"/>
          </a:xfrm>
          <a:custGeom>
            <a:avLst/>
            <a:gdLst/>
            <a:ahLst/>
            <a:cxnLst/>
            <a:rect l="l" t="t" r="r" b="b"/>
            <a:pathLst>
              <a:path w="320449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49" name="Google Shape;149;p16"/>
          <p:cNvSpPr txBox="1"/>
          <p:nvPr/>
        </p:nvSpPr>
        <p:spPr>
          <a:xfrm>
            <a:off x="8867391" y="5511075"/>
            <a:ext cx="755358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Казань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7019590" y="6920978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50" y="0"/>
                </a:lnTo>
                <a:lnTo>
                  <a:pt x="320450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51" name="Google Shape;151;p16"/>
          <p:cNvSpPr/>
          <p:nvPr/>
        </p:nvSpPr>
        <p:spPr>
          <a:xfrm>
            <a:off x="7512429" y="5760795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50" y="0"/>
                </a:lnTo>
                <a:lnTo>
                  <a:pt x="320450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52" name="Google Shape;152;p16"/>
          <p:cNvSpPr/>
          <p:nvPr/>
        </p:nvSpPr>
        <p:spPr>
          <a:xfrm>
            <a:off x="7649742" y="6377301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50" y="0"/>
                </a:lnTo>
                <a:lnTo>
                  <a:pt x="320450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53" name="Google Shape;153;p16"/>
          <p:cNvSpPr/>
          <p:nvPr/>
        </p:nvSpPr>
        <p:spPr>
          <a:xfrm>
            <a:off x="9137492" y="5793832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54" name="Google Shape;154;p16"/>
          <p:cNvSpPr/>
          <p:nvPr/>
        </p:nvSpPr>
        <p:spPr>
          <a:xfrm>
            <a:off x="7728625" y="4514308"/>
            <a:ext cx="320450" cy="291318"/>
          </a:xfrm>
          <a:custGeom>
            <a:avLst/>
            <a:gdLst/>
            <a:ahLst/>
            <a:cxnLst/>
            <a:rect l="l" t="t" r="r" b="b"/>
            <a:pathLst>
              <a:path w="320450" h="291318" extrusionOk="0">
                <a:moveTo>
                  <a:pt x="0" y="0"/>
                </a:moveTo>
                <a:lnTo>
                  <a:pt x="320450" y="0"/>
                </a:lnTo>
                <a:lnTo>
                  <a:pt x="320450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55" name="Google Shape;155;p16"/>
          <p:cNvSpPr/>
          <p:nvPr/>
        </p:nvSpPr>
        <p:spPr>
          <a:xfrm>
            <a:off x="1179617" y="4579507"/>
            <a:ext cx="1230527" cy="1230527"/>
          </a:xfrm>
          <a:custGeom>
            <a:avLst/>
            <a:gdLst/>
            <a:ahLst/>
            <a:cxnLst/>
            <a:rect l="l" t="t" r="r" b="b"/>
            <a:pathLst>
              <a:path w="1230527" h="1230527" extrusionOk="0">
                <a:moveTo>
                  <a:pt x="0" y="0"/>
                </a:moveTo>
                <a:lnTo>
                  <a:pt x="1230527" y="0"/>
                </a:lnTo>
                <a:lnTo>
                  <a:pt x="1230527" y="1230527"/>
                </a:lnTo>
                <a:lnTo>
                  <a:pt x="0" y="1230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6" name="Google Shape;156;p16"/>
          <p:cNvSpPr txBox="1"/>
          <p:nvPr/>
        </p:nvSpPr>
        <p:spPr>
          <a:xfrm>
            <a:off x="2687576" y="2348613"/>
            <a:ext cx="3572828" cy="53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41C30"/>
                </a:solidFill>
                <a:latin typeface="Arial"/>
                <a:ea typeface="Arial"/>
                <a:cs typeface="Arial"/>
                <a:sym typeface="Arial"/>
              </a:rPr>
              <a:t>увеличивается.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179617" y="6276064"/>
            <a:ext cx="5839974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Компания </a:t>
            </a:r>
            <a:r>
              <a:rPr lang="en-US" sz="27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RM Group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имеет широкий географический охват, который постоянно увеличивается.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7616705" y="3296879"/>
            <a:ext cx="1685901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Санкт-Петербург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136247" y="6378736"/>
            <a:ext cx="1104012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Челябинск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149156" y="5708883"/>
            <a:ext cx="1382934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Екатеринбург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521422" y="4301801"/>
            <a:ext cx="801045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Москва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414456" y="4930689"/>
            <a:ext cx="1267518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Н. Новгород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32883" y="5091241"/>
            <a:ext cx="1137674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Чебоксары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836379" y="7069942"/>
            <a:ext cx="1202597" cy="47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Краснодар 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7229451" y="6016429"/>
            <a:ext cx="1575294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Ростов-на-Дону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7019850" y="6616743"/>
            <a:ext cx="1075158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Волгоград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090978" y="6128172"/>
            <a:ext cx="801045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Самара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603869" y="4777473"/>
            <a:ext cx="755358" cy="29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Рязань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3644399" y="7008308"/>
            <a:ext cx="320449" cy="291318"/>
          </a:xfrm>
          <a:custGeom>
            <a:avLst/>
            <a:gdLst/>
            <a:ahLst/>
            <a:cxnLst/>
            <a:rect l="l" t="t" r="r" b="b"/>
            <a:pathLst>
              <a:path w="320449" h="291318" extrusionOk="0">
                <a:moveTo>
                  <a:pt x="0" y="0"/>
                </a:moveTo>
                <a:lnTo>
                  <a:pt x="320449" y="0"/>
                </a:lnTo>
                <a:lnTo>
                  <a:pt x="320449" y="291318"/>
                </a:lnTo>
                <a:lnTo>
                  <a:pt x="0" y="29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999" b="-4999"/>
            </a:stretch>
          </a:blipFill>
          <a:ln>
            <a:noFill/>
          </a:ln>
        </p:spPr>
      </p:sp>
      <p:sp>
        <p:nvSpPr>
          <p:cNvPr id="170" name="Google Shape;170;p16"/>
          <p:cNvSpPr txBox="1"/>
          <p:nvPr/>
        </p:nvSpPr>
        <p:spPr>
          <a:xfrm>
            <a:off x="13113126" y="7299625"/>
            <a:ext cx="13830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Новосибирск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/>
          <p:nvPr/>
        </p:nvSpPr>
        <p:spPr>
          <a:xfrm>
            <a:off x="808509" y="3457074"/>
            <a:ext cx="6751511" cy="1148143"/>
          </a:xfrm>
          <a:custGeom>
            <a:avLst/>
            <a:gdLst/>
            <a:ahLst/>
            <a:cxnLst/>
            <a:rect l="l" t="t" r="r" b="b"/>
            <a:pathLst>
              <a:path w="9002014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8236585" y="0"/>
                </a:lnTo>
                <a:cubicBezTo>
                  <a:pt x="8659241" y="0"/>
                  <a:pt x="9002014" y="342646"/>
                  <a:pt x="9002014" y="765429"/>
                </a:cubicBezTo>
                <a:cubicBezTo>
                  <a:pt x="9002014" y="1188212"/>
                  <a:pt x="8659368" y="1530858"/>
                  <a:pt x="8236585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808508" y="4952295"/>
            <a:ext cx="6751511" cy="1148143"/>
          </a:xfrm>
          <a:custGeom>
            <a:avLst/>
            <a:gdLst/>
            <a:ahLst/>
            <a:cxnLst/>
            <a:rect l="l" t="t" r="r" b="b"/>
            <a:pathLst>
              <a:path w="9002014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8236585" y="0"/>
                </a:lnTo>
                <a:cubicBezTo>
                  <a:pt x="8659241" y="0"/>
                  <a:pt x="9002014" y="342646"/>
                  <a:pt x="9002014" y="765429"/>
                </a:cubicBezTo>
                <a:cubicBezTo>
                  <a:pt x="9002014" y="1188212"/>
                  <a:pt x="8659368" y="1530858"/>
                  <a:pt x="8236585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808506" y="6447514"/>
            <a:ext cx="6751511" cy="1148143"/>
          </a:xfrm>
          <a:custGeom>
            <a:avLst/>
            <a:gdLst/>
            <a:ahLst/>
            <a:cxnLst/>
            <a:rect l="l" t="t" r="r" b="b"/>
            <a:pathLst>
              <a:path w="9002014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8236585" y="0"/>
                </a:lnTo>
                <a:cubicBezTo>
                  <a:pt x="8659241" y="0"/>
                  <a:pt x="9002014" y="342646"/>
                  <a:pt x="9002014" y="765429"/>
                </a:cubicBezTo>
                <a:cubicBezTo>
                  <a:pt x="9002014" y="1188212"/>
                  <a:pt x="8659368" y="1530858"/>
                  <a:pt x="8236585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808505" y="7942736"/>
            <a:ext cx="6751511" cy="1148143"/>
          </a:xfrm>
          <a:custGeom>
            <a:avLst/>
            <a:gdLst/>
            <a:ahLst/>
            <a:cxnLst/>
            <a:rect l="l" t="t" r="r" b="b"/>
            <a:pathLst>
              <a:path w="9002014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8236585" y="0"/>
                </a:lnTo>
                <a:cubicBezTo>
                  <a:pt x="8659241" y="0"/>
                  <a:pt x="9002014" y="342646"/>
                  <a:pt x="9002014" y="765429"/>
                </a:cubicBezTo>
                <a:cubicBezTo>
                  <a:pt x="9002014" y="1188212"/>
                  <a:pt x="8659368" y="1530858"/>
                  <a:pt x="8236585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9138628" y="3457074"/>
            <a:ext cx="8238077" cy="1148143"/>
          </a:xfrm>
          <a:custGeom>
            <a:avLst/>
            <a:gdLst/>
            <a:ahLst/>
            <a:cxnLst/>
            <a:rect l="l" t="t" r="r" b="b"/>
            <a:pathLst>
              <a:path w="10984103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10218674" y="0"/>
                </a:lnTo>
                <a:cubicBezTo>
                  <a:pt x="10641330" y="0"/>
                  <a:pt x="10984103" y="342646"/>
                  <a:pt x="10984103" y="765429"/>
                </a:cubicBezTo>
                <a:cubicBezTo>
                  <a:pt x="10984103" y="1188212"/>
                  <a:pt x="10641457" y="1530858"/>
                  <a:pt x="10218674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38627" y="4952295"/>
            <a:ext cx="8238077" cy="1148143"/>
          </a:xfrm>
          <a:custGeom>
            <a:avLst/>
            <a:gdLst/>
            <a:ahLst/>
            <a:cxnLst/>
            <a:rect l="l" t="t" r="r" b="b"/>
            <a:pathLst>
              <a:path w="10984103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10218674" y="0"/>
                </a:lnTo>
                <a:cubicBezTo>
                  <a:pt x="10641330" y="0"/>
                  <a:pt x="10984103" y="342646"/>
                  <a:pt x="10984103" y="765429"/>
                </a:cubicBezTo>
                <a:cubicBezTo>
                  <a:pt x="10984103" y="1188212"/>
                  <a:pt x="10641457" y="1530858"/>
                  <a:pt x="10218674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9138626" y="6447514"/>
            <a:ext cx="8238077" cy="1148143"/>
          </a:xfrm>
          <a:custGeom>
            <a:avLst/>
            <a:gdLst/>
            <a:ahLst/>
            <a:cxnLst/>
            <a:rect l="l" t="t" r="r" b="b"/>
            <a:pathLst>
              <a:path w="10984103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10218674" y="0"/>
                </a:lnTo>
                <a:cubicBezTo>
                  <a:pt x="10641330" y="0"/>
                  <a:pt x="10984103" y="342646"/>
                  <a:pt x="10984103" y="765429"/>
                </a:cubicBezTo>
                <a:cubicBezTo>
                  <a:pt x="10984103" y="1188212"/>
                  <a:pt x="10641457" y="1530858"/>
                  <a:pt x="10218674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9138624" y="7942736"/>
            <a:ext cx="8238078" cy="1148143"/>
          </a:xfrm>
          <a:custGeom>
            <a:avLst/>
            <a:gdLst/>
            <a:ahLst/>
            <a:cxnLst/>
            <a:rect l="l" t="t" r="r" b="b"/>
            <a:pathLst>
              <a:path w="10984103" h="1530858" extrusionOk="0">
                <a:moveTo>
                  <a:pt x="0" y="765429"/>
                </a:moveTo>
                <a:cubicBezTo>
                  <a:pt x="0" y="342646"/>
                  <a:pt x="342646" y="0"/>
                  <a:pt x="765429" y="0"/>
                </a:cubicBezTo>
                <a:lnTo>
                  <a:pt x="10218674" y="0"/>
                </a:lnTo>
                <a:cubicBezTo>
                  <a:pt x="10641330" y="0"/>
                  <a:pt x="10984103" y="342646"/>
                  <a:pt x="10984103" y="765429"/>
                </a:cubicBezTo>
                <a:cubicBezTo>
                  <a:pt x="10984103" y="1188212"/>
                  <a:pt x="10641457" y="1530858"/>
                  <a:pt x="10218674" y="1530858"/>
                </a:cubicBezTo>
                <a:lnTo>
                  <a:pt x="765429" y="1530858"/>
                </a:lnTo>
                <a:cubicBezTo>
                  <a:pt x="342646" y="1530858"/>
                  <a:pt x="0" y="1188085"/>
                  <a:pt x="0" y="765429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372596" y="3693894"/>
            <a:ext cx="6371066" cy="71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Трудности с набором исполнителей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для сезонных и временных работ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372597" y="5171920"/>
            <a:ext cx="6125013" cy="71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Существенные затраты на поиск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 подбор исполнителей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372596" y="6649522"/>
            <a:ext cx="6692025" cy="69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Затраты времени и сил на выполнение  непрофильных/вспомогательных работ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372594" y="8127128"/>
            <a:ext cx="4997579" cy="69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Трудности с подбором кадров  нужной квалификации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643251" y="3693894"/>
            <a:ext cx="6903679" cy="69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41B2F"/>
                </a:solidFill>
                <a:latin typeface="Open Sans"/>
                <a:ea typeface="Open Sans"/>
                <a:cs typeface="Open Sans"/>
                <a:sym typeface="Open Sans"/>
              </a:rPr>
              <a:t>Привлечение исполнителей в нужном  количестве на определенный срок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9643251" y="5171920"/>
            <a:ext cx="6647844" cy="69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41B2F"/>
                </a:solidFill>
                <a:latin typeface="Open Sans"/>
                <a:ea typeface="Open Sans"/>
                <a:cs typeface="Open Sans"/>
                <a:sym typeface="Open Sans"/>
              </a:rPr>
              <a:t>Снижение административных расходов на поиск и подбор персонала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9643252" y="6649522"/>
            <a:ext cx="8676240" cy="69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41B2F"/>
                </a:solidFill>
                <a:latin typeface="Open Sans"/>
                <a:ea typeface="Open Sans"/>
                <a:cs typeface="Open Sans"/>
                <a:sym typeface="Open Sans"/>
              </a:rPr>
              <a:t>Кадровый аудит и предоставление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41B2F"/>
                </a:solidFill>
                <a:latin typeface="Open Sans"/>
                <a:ea typeface="Open Sans"/>
                <a:cs typeface="Open Sans"/>
                <a:sym typeface="Open Sans"/>
              </a:rPr>
              <a:t>исполнителей для решения профильных работ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9643252" y="8127128"/>
            <a:ext cx="8676240" cy="69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41B2F"/>
                </a:solidFill>
                <a:latin typeface="Open Sans"/>
                <a:ea typeface="Open Sans"/>
                <a:cs typeface="Open Sans"/>
                <a:sym typeface="Open Sans"/>
              </a:rPr>
              <a:t>Комплексный подход к работе с каждым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41B2F"/>
                </a:solidFill>
                <a:latin typeface="Open Sans"/>
                <a:ea typeface="Open Sans"/>
                <a:cs typeface="Open Sans"/>
                <a:sym typeface="Open Sans"/>
              </a:rPr>
              <a:t>претендентом, включая тестирование и аттестацию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7840348" y="3554903"/>
            <a:ext cx="850867" cy="850867"/>
          </a:xfrm>
          <a:custGeom>
            <a:avLst/>
            <a:gdLst/>
            <a:ahLst/>
            <a:cxnLst/>
            <a:rect l="l" t="t" r="r" b="b"/>
            <a:pathLst>
              <a:path w="850867" h="850867" extrusionOk="0">
                <a:moveTo>
                  <a:pt x="0" y="0"/>
                </a:moveTo>
                <a:lnTo>
                  <a:pt x="850867" y="0"/>
                </a:lnTo>
                <a:lnTo>
                  <a:pt x="850867" y="850868"/>
                </a:lnTo>
                <a:lnTo>
                  <a:pt x="0" y="850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2" name="Google Shape;192;p17"/>
          <p:cNvSpPr/>
          <p:nvPr/>
        </p:nvSpPr>
        <p:spPr>
          <a:xfrm>
            <a:off x="7840349" y="5108429"/>
            <a:ext cx="850867" cy="850867"/>
          </a:xfrm>
          <a:custGeom>
            <a:avLst/>
            <a:gdLst/>
            <a:ahLst/>
            <a:cxnLst/>
            <a:rect l="l" t="t" r="r" b="b"/>
            <a:pathLst>
              <a:path w="850867" h="850867" extrusionOk="0">
                <a:moveTo>
                  <a:pt x="0" y="0"/>
                </a:moveTo>
                <a:lnTo>
                  <a:pt x="850868" y="0"/>
                </a:lnTo>
                <a:lnTo>
                  <a:pt x="850868" y="850868"/>
                </a:lnTo>
                <a:lnTo>
                  <a:pt x="0" y="850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3" name="Google Shape;193;p17"/>
          <p:cNvSpPr/>
          <p:nvPr/>
        </p:nvSpPr>
        <p:spPr>
          <a:xfrm>
            <a:off x="7840351" y="6661957"/>
            <a:ext cx="850867" cy="850867"/>
          </a:xfrm>
          <a:custGeom>
            <a:avLst/>
            <a:gdLst/>
            <a:ahLst/>
            <a:cxnLst/>
            <a:rect l="l" t="t" r="r" b="b"/>
            <a:pathLst>
              <a:path w="850867" h="850867" extrusionOk="0">
                <a:moveTo>
                  <a:pt x="0" y="0"/>
                </a:moveTo>
                <a:lnTo>
                  <a:pt x="850867" y="0"/>
                </a:lnTo>
                <a:lnTo>
                  <a:pt x="850867" y="850867"/>
                </a:lnTo>
                <a:lnTo>
                  <a:pt x="0" y="850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4" name="Google Shape;194;p17"/>
          <p:cNvSpPr/>
          <p:nvPr/>
        </p:nvSpPr>
        <p:spPr>
          <a:xfrm>
            <a:off x="7840352" y="8215483"/>
            <a:ext cx="850867" cy="850867"/>
          </a:xfrm>
          <a:custGeom>
            <a:avLst/>
            <a:gdLst/>
            <a:ahLst/>
            <a:cxnLst/>
            <a:rect l="l" t="t" r="r" b="b"/>
            <a:pathLst>
              <a:path w="850867" h="850867" extrusionOk="0">
                <a:moveTo>
                  <a:pt x="0" y="0"/>
                </a:moveTo>
                <a:lnTo>
                  <a:pt x="850868" y="0"/>
                </a:lnTo>
                <a:lnTo>
                  <a:pt x="850868" y="850867"/>
                </a:lnTo>
                <a:lnTo>
                  <a:pt x="0" y="850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5" name="Google Shape;195;p17"/>
          <p:cNvSpPr txBox="1"/>
          <p:nvPr/>
        </p:nvSpPr>
        <p:spPr>
          <a:xfrm>
            <a:off x="899945" y="2575749"/>
            <a:ext cx="1474305" cy="47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ЗАДАЧИ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9230064" y="2573436"/>
            <a:ext cx="1786890" cy="47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C0CF1F"/>
                </a:solidFill>
                <a:latin typeface="Open Sans"/>
                <a:ea typeface="Open Sans"/>
                <a:cs typeface="Open Sans"/>
                <a:sym typeface="Open Sans"/>
              </a:rPr>
              <a:t>РЕШЕНИЯ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2588236" y="634140"/>
            <a:ext cx="15271746" cy="1136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НАШИ РЕШЕНИЯ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99521" b="-4182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/>
          <p:nvPr/>
        </p:nvSpPr>
        <p:spPr>
          <a:xfrm>
            <a:off x="7712305" y="8147459"/>
            <a:ext cx="967116" cy="967116"/>
          </a:xfrm>
          <a:custGeom>
            <a:avLst/>
            <a:gdLst/>
            <a:ahLst/>
            <a:cxnLst/>
            <a:rect l="l" t="t" r="r" b="b"/>
            <a:pathLst>
              <a:path w="967116" h="967116" extrusionOk="0">
                <a:moveTo>
                  <a:pt x="0" y="0"/>
                </a:moveTo>
                <a:lnTo>
                  <a:pt x="967117" y="0"/>
                </a:lnTo>
                <a:lnTo>
                  <a:pt x="967117" y="967116"/>
                </a:lnTo>
                <a:lnTo>
                  <a:pt x="0" y="9671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4" name="Google Shape;204;p18"/>
          <p:cNvSpPr/>
          <p:nvPr/>
        </p:nvSpPr>
        <p:spPr>
          <a:xfrm>
            <a:off x="885273" y="3470346"/>
            <a:ext cx="1014982" cy="1014982"/>
          </a:xfrm>
          <a:custGeom>
            <a:avLst/>
            <a:gdLst/>
            <a:ahLst/>
            <a:cxnLst/>
            <a:rect l="l" t="t" r="r" b="b"/>
            <a:pathLst>
              <a:path w="1014982" h="1014982" extrusionOk="0">
                <a:moveTo>
                  <a:pt x="0" y="0"/>
                </a:moveTo>
                <a:lnTo>
                  <a:pt x="1014982" y="0"/>
                </a:lnTo>
                <a:lnTo>
                  <a:pt x="1014982" y="1014982"/>
                </a:lnTo>
                <a:lnTo>
                  <a:pt x="0" y="1014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5" name="Google Shape;205;p18"/>
          <p:cNvSpPr/>
          <p:nvPr/>
        </p:nvSpPr>
        <p:spPr>
          <a:xfrm>
            <a:off x="7626558" y="5694060"/>
            <a:ext cx="1052864" cy="1052863"/>
          </a:xfrm>
          <a:custGeom>
            <a:avLst/>
            <a:gdLst/>
            <a:ahLst/>
            <a:cxnLst/>
            <a:rect l="l" t="t" r="r" b="b"/>
            <a:pathLst>
              <a:path w="1052864" h="1052863" extrusionOk="0">
                <a:moveTo>
                  <a:pt x="0" y="0"/>
                </a:moveTo>
                <a:lnTo>
                  <a:pt x="1052864" y="0"/>
                </a:lnTo>
                <a:lnTo>
                  <a:pt x="1052864" y="1052863"/>
                </a:lnTo>
                <a:lnTo>
                  <a:pt x="0" y="1052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6" name="Google Shape;206;p18"/>
          <p:cNvSpPr/>
          <p:nvPr/>
        </p:nvSpPr>
        <p:spPr>
          <a:xfrm>
            <a:off x="885273" y="5827844"/>
            <a:ext cx="1014982" cy="1014983"/>
          </a:xfrm>
          <a:custGeom>
            <a:avLst/>
            <a:gdLst/>
            <a:ahLst/>
            <a:cxnLst/>
            <a:rect l="l" t="t" r="r" b="b"/>
            <a:pathLst>
              <a:path w="1014982" h="1014983" extrusionOk="0">
                <a:moveTo>
                  <a:pt x="0" y="0"/>
                </a:moveTo>
                <a:lnTo>
                  <a:pt x="1014982" y="0"/>
                </a:lnTo>
                <a:lnTo>
                  <a:pt x="1014982" y="1014982"/>
                </a:lnTo>
                <a:lnTo>
                  <a:pt x="0" y="1014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7" name="Google Shape;207;p18"/>
          <p:cNvSpPr/>
          <p:nvPr/>
        </p:nvSpPr>
        <p:spPr>
          <a:xfrm>
            <a:off x="760832" y="8044224"/>
            <a:ext cx="1302645" cy="1302645"/>
          </a:xfrm>
          <a:custGeom>
            <a:avLst/>
            <a:gdLst/>
            <a:ahLst/>
            <a:cxnLst/>
            <a:rect l="l" t="t" r="r" b="b"/>
            <a:pathLst>
              <a:path w="1302645" h="1302645" extrusionOk="0">
                <a:moveTo>
                  <a:pt x="0" y="0"/>
                </a:moveTo>
                <a:lnTo>
                  <a:pt x="1302644" y="0"/>
                </a:lnTo>
                <a:lnTo>
                  <a:pt x="1302644" y="1302645"/>
                </a:lnTo>
                <a:lnTo>
                  <a:pt x="0" y="1302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8" name="Google Shape;208;p18"/>
          <p:cNvSpPr/>
          <p:nvPr/>
        </p:nvSpPr>
        <p:spPr>
          <a:xfrm>
            <a:off x="7626558" y="3377235"/>
            <a:ext cx="1052864" cy="1052864"/>
          </a:xfrm>
          <a:custGeom>
            <a:avLst/>
            <a:gdLst/>
            <a:ahLst/>
            <a:cxnLst/>
            <a:rect l="l" t="t" r="r" b="b"/>
            <a:pathLst>
              <a:path w="1052864" h="1052864" extrusionOk="0">
                <a:moveTo>
                  <a:pt x="0" y="0"/>
                </a:moveTo>
                <a:lnTo>
                  <a:pt x="1052864" y="0"/>
                </a:lnTo>
                <a:lnTo>
                  <a:pt x="1052864" y="1052863"/>
                </a:lnTo>
                <a:lnTo>
                  <a:pt x="0" y="1052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9" name="Google Shape;209;p18"/>
          <p:cNvSpPr txBox="1"/>
          <p:nvPr/>
        </p:nvSpPr>
        <p:spPr>
          <a:xfrm>
            <a:off x="2270234" y="3053388"/>
            <a:ext cx="1686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r>
              <a:rPr lang="en-US" sz="10800" b="1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2270235" y="5429857"/>
            <a:ext cx="3124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  <a:r>
              <a:rPr lang="en-US" sz="10800" b="1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2273060" y="7792296"/>
            <a:ext cx="3124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r>
              <a:rPr lang="en-US" sz="10800" b="1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878978" y="3039075"/>
            <a:ext cx="5818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0" b="1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59</a:t>
            </a:r>
            <a:r>
              <a:rPr lang="en-US" sz="108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000+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718870" y="5328921"/>
            <a:ext cx="4623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0" b="1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40</a:t>
            </a:r>
            <a:r>
              <a:rPr lang="en-US" sz="108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00+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878978" y="7766951"/>
            <a:ext cx="3124744" cy="170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85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4106188" y="3613369"/>
            <a:ext cx="3726816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лет успешной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работы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4838463" y="5976532"/>
            <a:ext cx="3726816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довольных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клиентов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3956944" y="8307000"/>
            <a:ext cx="3726816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представительств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на территории РФ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4561184" y="3539928"/>
            <a:ext cx="3726816" cy="86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кандидатов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в базе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3218830" y="5901468"/>
            <a:ext cx="4183898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исполнителей ежедневно на объектах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10970927" y="8340940"/>
            <a:ext cx="3726816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городов обеспечены нашим персоналом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2588236" y="1753980"/>
            <a:ext cx="9942125" cy="48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В ЦИФРАХ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2588235" y="634140"/>
            <a:ext cx="12782168" cy="1136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РЕСУРС МЕНЕДЖМЕНТ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r="-99521" b="-4182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229" name="Google Shape;229;p19"/>
          <p:cNvSpPr/>
          <p:nvPr/>
        </p:nvSpPr>
        <p:spPr>
          <a:xfrm>
            <a:off x="0" y="964"/>
            <a:ext cx="12672822" cy="10287000"/>
          </a:xfrm>
          <a:custGeom>
            <a:avLst/>
            <a:gdLst/>
            <a:ahLst/>
            <a:cxnLst/>
            <a:rect l="l" t="t" r="r" b="b"/>
            <a:pathLst>
              <a:path w="12672822" h="10287000" extrusionOk="0">
                <a:moveTo>
                  <a:pt x="0" y="0"/>
                </a:moveTo>
                <a:lnTo>
                  <a:pt x="12672822" y="0"/>
                </a:lnTo>
                <a:lnTo>
                  <a:pt x="126728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0" name="Google Shape;230;p19"/>
          <p:cNvSpPr txBox="1"/>
          <p:nvPr/>
        </p:nvSpPr>
        <p:spPr>
          <a:xfrm>
            <a:off x="1179614" y="4292413"/>
            <a:ext cx="8332807" cy="110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Несём полную ответственность за предоставляемых исполнителей перед Заказчиком, поэтому подходим комплексно к работе с каждым претендентом: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14186682" y="3929149"/>
            <a:ext cx="3002561" cy="36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welcome-тренинг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14186685" y="4922515"/>
            <a:ext cx="3427857" cy="73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памятка для нового  сотрудника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4186683" y="6184386"/>
            <a:ext cx="3227451" cy="110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первичный инструктаж  на объекте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953528" y="6184386"/>
            <a:ext cx="2631951" cy="36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Собеседование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945982" y="6885424"/>
            <a:ext cx="2494596" cy="36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Тестирование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950936" y="7672569"/>
            <a:ext cx="3055620" cy="112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Проверка службой безопасности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1945982" y="8782068"/>
            <a:ext cx="3961326" cy="112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Медицинский осмотр в аккредитованном  центре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7316910" y="6184386"/>
            <a:ext cx="2195512" cy="112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Обучение и стажировка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7349580" y="7346599"/>
            <a:ext cx="3030855" cy="75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Контроль 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качества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3105440" y="7834471"/>
            <a:ext cx="4308695" cy="147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BCD100"/>
                </a:solidFill>
                <a:latin typeface="Open Sans"/>
                <a:ea typeface="Open Sans"/>
                <a:cs typeface="Open Sans"/>
                <a:sym typeface="Open Sans"/>
              </a:rPr>
              <a:t>Новый исполнитель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BCD100"/>
                </a:solidFill>
                <a:latin typeface="Open Sans"/>
                <a:ea typeface="Open Sans"/>
                <a:cs typeface="Open Sans"/>
                <a:sym typeface="Open Sans"/>
              </a:rPr>
              <a:t>закрепляется за более опытным для наставничества.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179615" y="3129728"/>
            <a:ext cx="7964384" cy="87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Обучение персонала. 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Программа адаптации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13050080" y="2067367"/>
            <a:ext cx="5237919" cy="131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Программа 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адаптации 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включает: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1188362" y="6080710"/>
            <a:ext cx="735831" cy="5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179615" y="6838167"/>
            <a:ext cx="735831" cy="5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1178166" y="7595623"/>
            <a:ext cx="735831" cy="5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1176717" y="8684769"/>
            <a:ext cx="735831" cy="5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6613749" y="6073165"/>
            <a:ext cx="735831" cy="5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6613749" y="7296039"/>
            <a:ext cx="735831" cy="5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2588235" y="624615"/>
            <a:ext cx="15699763" cy="1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КЛЮЧЕВЫЕ СОСТАВЛЯЮЩИЕ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2588236" y="1753980"/>
            <a:ext cx="9942125" cy="48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УСЛУГИ АУТСОРСИНГА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3098298" y="3695752"/>
            <a:ext cx="810101" cy="809054"/>
          </a:xfrm>
          <a:custGeom>
            <a:avLst/>
            <a:gdLst/>
            <a:ahLst/>
            <a:cxnLst/>
            <a:rect l="l" t="t" r="r" b="b"/>
            <a:pathLst>
              <a:path w="1080135" h="1078738" extrusionOk="0">
                <a:moveTo>
                  <a:pt x="16510" y="417830"/>
                </a:moveTo>
                <a:cubicBezTo>
                  <a:pt x="21209" y="398907"/>
                  <a:pt x="26924" y="380365"/>
                  <a:pt x="33528" y="362331"/>
                </a:cubicBezTo>
                <a:lnTo>
                  <a:pt x="51435" y="368935"/>
                </a:lnTo>
                <a:cubicBezTo>
                  <a:pt x="45085" y="386334"/>
                  <a:pt x="39497" y="404241"/>
                  <a:pt x="34925" y="422529"/>
                </a:cubicBezTo>
                <a:close/>
                <a:moveTo>
                  <a:pt x="83693" y="296291"/>
                </a:moveTo>
                <a:cubicBezTo>
                  <a:pt x="92837" y="279146"/>
                  <a:pt x="102997" y="262636"/>
                  <a:pt x="113792" y="246634"/>
                </a:cubicBezTo>
                <a:lnTo>
                  <a:pt x="129540" y="257302"/>
                </a:lnTo>
                <a:cubicBezTo>
                  <a:pt x="118999" y="272796"/>
                  <a:pt x="109347" y="288798"/>
                  <a:pt x="100457" y="305308"/>
                </a:cubicBezTo>
                <a:close/>
                <a:moveTo>
                  <a:pt x="178562" y="194818"/>
                </a:moveTo>
                <a:cubicBezTo>
                  <a:pt x="191643" y="180467"/>
                  <a:pt x="205359" y="166751"/>
                  <a:pt x="219837" y="153924"/>
                </a:cubicBezTo>
                <a:lnTo>
                  <a:pt x="232537" y="168148"/>
                </a:lnTo>
                <a:cubicBezTo>
                  <a:pt x="218567" y="180594"/>
                  <a:pt x="205232" y="193802"/>
                  <a:pt x="192659" y="207645"/>
                </a:cubicBezTo>
                <a:close/>
                <a:moveTo>
                  <a:pt x="245872" y="92710"/>
                </a:moveTo>
                <a:cubicBezTo>
                  <a:pt x="262001" y="81915"/>
                  <a:pt x="278638" y="72009"/>
                  <a:pt x="295783" y="62992"/>
                </a:cubicBezTo>
                <a:lnTo>
                  <a:pt x="304673" y="79883"/>
                </a:lnTo>
                <a:cubicBezTo>
                  <a:pt x="288036" y="88646"/>
                  <a:pt x="271907" y="98171"/>
                  <a:pt x="256413" y="108585"/>
                </a:cubicBezTo>
                <a:close/>
                <a:moveTo>
                  <a:pt x="377317" y="47752"/>
                </a:moveTo>
                <a:cubicBezTo>
                  <a:pt x="395478" y="41275"/>
                  <a:pt x="414020" y="35687"/>
                  <a:pt x="433070" y="31115"/>
                </a:cubicBezTo>
                <a:lnTo>
                  <a:pt x="437515" y="49657"/>
                </a:lnTo>
                <a:cubicBezTo>
                  <a:pt x="419227" y="54102"/>
                  <a:pt x="401320" y="59436"/>
                  <a:pt x="383794" y="65659"/>
                </a:cubicBezTo>
                <a:close/>
                <a:moveTo>
                  <a:pt x="498856" y="2540"/>
                </a:moveTo>
                <a:cubicBezTo>
                  <a:pt x="516382" y="889"/>
                  <a:pt x="534162" y="0"/>
                  <a:pt x="552196" y="0"/>
                </a:cubicBezTo>
                <a:lnTo>
                  <a:pt x="552196" y="9525"/>
                </a:lnTo>
                <a:lnTo>
                  <a:pt x="552196" y="0"/>
                </a:lnTo>
                <a:cubicBezTo>
                  <a:pt x="553847" y="0"/>
                  <a:pt x="555371" y="0"/>
                  <a:pt x="557022" y="0"/>
                </a:cubicBezTo>
                <a:lnTo>
                  <a:pt x="556895" y="19050"/>
                </a:lnTo>
                <a:cubicBezTo>
                  <a:pt x="555371" y="19050"/>
                  <a:pt x="553720" y="19050"/>
                  <a:pt x="552196" y="19050"/>
                </a:cubicBezTo>
                <a:lnTo>
                  <a:pt x="552196" y="9525"/>
                </a:lnTo>
                <a:lnTo>
                  <a:pt x="552196" y="19050"/>
                </a:lnTo>
                <a:cubicBezTo>
                  <a:pt x="534797" y="19050"/>
                  <a:pt x="517652" y="19939"/>
                  <a:pt x="500761" y="21463"/>
                </a:cubicBezTo>
                <a:close/>
                <a:moveTo>
                  <a:pt x="634365" y="6096"/>
                </a:moveTo>
                <a:cubicBezTo>
                  <a:pt x="653669" y="9017"/>
                  <a:pt x="672719" y="12827"/>
                  <a:pt x="691261" y="17653"/>
                </a:cubicBezTo>
                <a:lnTo>
                  <a:pt x="686435" y="36068"/>
                </a:lnTo>
                <a:cubicBezTo>
                  <a:pt x="668528" y="31369"/>
                  <a:pt x="650113" y="27686"/>
                  <a:pt x="631444" y="24892"/>
                </a:cubicBezTo>
                <a:close/>
                <a:moveTo>
                  <a:pt x="764667" y="42291"/>
                </a:moveTo>
                <a:cubicBezTo>
                  <a:pt x="782574" y="49784"/>
                  <a:pt x="800100" y="58166"/>
                  <a:pt x="816991" y="67437"/>
                </a:cubicBezTo>
                <a:lnTo>
                  <a:pt x="807847" y="84201"/>
                </a:lnTo>
                <a:cubicBezTo>
                  <a:pt x="791464" y="75184"/>
                  <a:pt x="774573" y="67183"/>
                  <a:pt x="757301" y="59944"/>
                </a:cubicBezTo>
                <a:close/>
                <a:moveTo>
                  <a:pt x="874903" y="127000"/>
                </a:moveTo>
                <a:cubicBezTo>
                  <a:pt x="890397" y="138557"/>
                  <a:pt x="905383" y="151003"/>
                  <a:pt x="919607" y="164211"/>
                </a:cubicBezTo>
                <a:lnTo>
                  <a:pt x="906653" y="178181"/>
                </a:lnTo>
                <a:cubicBezTo>
                  <a:pt x="892937" y="165481"/>
                  <a:pt x="878459" y="153543"/>
                  <a:pt x="863473" y="142367"/>
                </a:cubicBezTo>
                <a:close/>
                <a:moveTo>
                  <a:pt x="961263" y="235966"/>
                </a:moveTo>
                <a:cubicBezTo>
                  <a:pt x="973455" y="250952"/>
                  <a:pt x="985012" y="266573"/>
                  <a:pt x="995680" y="282829"/>
                </a:cubicBezTo>
                <a:lnTo>
                  <a:pt x="979805" y="293243"/>
                </a:lnTo>
                <a:cubicBezTo>
                  <a:pt x="969518" y="277622"/>
                  <a:pt x="958469" y="262509"/>
                  <a:pt x="946658" y="248031"/>
                </a:cubicBezTo>
                <a:close/>
                <a:moveTo>
                  <a:pt x="1018794" y="362458"/>
                </a:moveTo>
                <a:cubicBezTo>
                  <a:pt x="1027049" y="379857"/>
                  <a:pt x="1034288" y="397891"/>
                  <a:pt x="1040765" y="416306"/>
                </a:cubicBezTo>
                <a:lnTo>
                  <a:pt x="1022731" y="422529"/>
                </a:lnTo>
                <a:cubicBezTo>
                  <a:pt x="1016635" y="404749"/>
                  <a:pt x="1009523" y="387477"/>
                  <a:pt x="1001522" y="370586"/>
                </a:cubicBezTo>
                <a:close/>
                <a:moveTo>
                  <a:pt x="1043559" y="499237"/>
                </a:moveTo>
                <a:cubicBezTo>
                  <a:pt x="1047242" y="518033"/>
                  <a:pt x="1049909" y="537337"/>
                  <a:pt x="1051687" y="556768"/>
                </a:cubicBezTo>
                <a:lnTo>
                  <a:pt x="1032764" y="558419"/>
                </a:lnTo>
                <a:cubicBezTo>
                  <a:pt x="1031113" y="539623"/>
                  <a:pt x="1028446" y="521081"/>
                  <a:pt x="1025017" y="502920"/>
                </a:cubicBezTo>
                <a:close/>
                <a:moveTo>
                  <a:pt x="1034415" y="638175"/>
                </a:moveTo>
                <a:cubicBezTo>
                  <a:pt x="1033399" y="657733"/>
                  <a:pt x="1031367" y="677037"/>
                  <a:pt x="1028319" y="695960"/>
                </a:cubicBezTo>
                <a:lnTo>
                  <a:pt x="1009523" y="693039"/>
                </a:lnTo>
                <a:cubicBezTo>
                  <a:pt x="1012444" y="674751"/>
                  <a:pt x="1014349" y="656082"/>
                  <a:pt x="1015365" y="637286"/>
                </a:cubicBezTo>
                <a:close/>
                <a:moveTo>
                  <a:pt x="1080135" y="714502"/>
                </a:moveTo>
                <a:cubicBezTo>
                  <a:pt x="1074420" y="733171"/>
                  <a:pt x="1067689" y="751332"/>
                  <a:pt x="1060196" y="769112"/>
                </a:cubicBezTo>
                <a:lnTo>
                  <a:pt x="1042670" y="761619"/>
                </a:lnTo>
                <a:cubicBezTo>
                  <a:pt x="1050036" y="744474"/>
                  <a:pt x="1056386" y="726948"/>
                  <a:pt x="1061974" y="708914"/>
                </a:cubicBezTo>
                <a:close/>
                <a:moveTo>
                  <a:pt x="1006602" y="832485"/>
                </a:moveTo>
                <a:cubicBezTo>
                  <a:pt x="996569" y="849122"/>
                  <a:pt x="985647" y="865124"/>
                  <a:pt x="973963" y="880491"/>
                </a:cubicBezTo>
                <a:lnTo>
                  <a:pt x="958850" y="868934"/>
                </a:lnTo>
                <a:cubicBezTo>
                  <a:pt x="970153" y="854075"/>
                  <a:pt x="980694" y="838581"/>
                  <a:pt x="990473" y="822579"/>
                </a:cubicBezTo>
                <a:close/>
                <a:moveTo>
                  <a:pt x="941070" y="944245"/>
                </a:moveTo>
                <a:cubicBezTo>
                  <a:pt x="927354" y="957834"/>
                  <a:pt x="912876" y="970788"/>
                  <a:pt x="897763" y="982980"/>
                </a:cubicBezTo>
                <a:lnTo>
                  <a:pt x="885825" y="968121"/>
                </a:lnTo>
                <a:cubicBezTo>
                  <a:pt x="900430" y="956437"/>
                  <a:pt x="914400" y="943864"/>
                  <a:pt x="927735" y="930783"/>
                </a:cubicBezTo>
                <a:close/>
                <a:moveTo>
                  <a:pt x="820801" y="1013587"/>
                </a:moveTo>
                <a:cubicBezTo>
                  <a:pt x="804164" y="1023493"/>
                  <a:pt x="787019" y="1032510"/>
                  <a:pt x="769366" y="1040638"/>
                </a:cubicBezTo>
                <a:lnTo>
                  <a:pt x="774700" y="1036828"/>
                </a:lnTo>
                <a:cubicBezTo>
                  <a:pt x="791718" y="1028954"/>
                  <a:pt x="808355" y="1020318"/>
                  <a:pt x="824357" y="1010793"/>
                </a:cubicBezTo>
                <a:close/>
                <a:moveTo>
                  <a:pt x="700405" y="1065149"/>
                </a:moveTo>
                <a:cubicBezTo>
                  <a:pt x="681990" y="1070610"/>
                  <a:pt x="663067" y="1075182"/>
                  <a:pt x="643890" y="1078738"/>
                </a:cubicBezTo>
                <a:lnTo>
                  <a:pt x="640461" y="1060069"/>
                </a:lnTo>
                <a:cubicBezTo>
                  <a:pt x="659003" y="1056640"/>
                  <a:pt x="677164" y="1052195"/>
                  <a:pt x="694944" y="1046988"/>
                </a:cubicBezTo>
                <a:close/>
                <a:moveTo>
                  <a:pt x="561594" y="1069340"/>
                </a:moveTo>
                <a:cubicBezTo>
                  <a:pt x="553466" y="1069721"/>
                  <a:pt x="545338" y="1069848"/>
                  <a:pt x="537083" y="1069848"/>
                </a:cubicBezTo>
                <a:lnTo>
                  <a:pt x="537083" y="1060323"/>
                </a:lnTo>
                <a:lnTo>
                  <a:pt x="537083" y="1069848"/>
                </a:lnTo>
                <a:cubicBezTo>
                  <a:pt x="525653" y="1069848"/>
                  <a:pt x="514477" y="1069467"/>
                  <a:pt x="503174" y="1068832"/>
                </a:cubicBezTo>
                <a:lnTo>
                  <a:pt x="504317" y="1049782"/>
                </a:lnTo>
                <a:cubicBezTo>
                  <a:pt x="515112" y="1050417"/>
                  <a:pt x="526034" y="1050798"/>
                  <a:pt x="537083" y="1050798"/>
                </a:cubicBezTo>
                <a:cubicBezTo>
                  <a:pt x="545084" y="1050798"/>
                  <a:pt x="552958" y="1050671"/>
                  <a:pt x="560832" y="1050290"/>
                </a:cubicBezTo>
                <a:close/>
                <a:moveTo>
                  <a:pt x="425704" y="1039749"/>
                </a:moveTo>
                <a:cubicBezTo>
                  <a:pt x="406527" y="1035812"/>
                  <a:pt x="387731" y="1030986"/>
                  <a:pt x="369443" y="1025144"/>
                </a:cubicBezTo>
                <a:lnTo>
                  <a:pt x="375158" y="1006983"/>
                </a:lnTo>
                <a:cubicBezTo>
                  <a:pt x="392938" y="1012571"/>
                  <a:pt x="410972" y="1017270"/>
                  <a:pt x="429514" y="1021080"/>
                </a:cubicBezTo>
                <a:close/>
                <a:moveTo>
                  <a:pt x="301117" y="977900"/>
                </a:moveTo>
                <a:cubicBezTo>
                  <a:pt x="283591" y="969518"/>
                  <a:pt x="266573" y="960120"/>
                  <a:pt x="250190" y="949960"/>
                </a:cubicBezTo>
                <a:lnTo>
                  <a:pt x="260223" y="933704"/>
                </a:lnTo>
                <a:cubicBezTo>
                  <a:pt x="276098" y="943483"/>
                  <a:pt x="292481" y="952500"/>
                  <a:pt x="309499" y="960628"/>
                </a:cubicBezTo>
                <a:close/>
                <a:moveTo>
                  <a:pt x="199390" y="977011"/>
                </a:moveTo>
                <a:cubicBezTo>
                  <a:pt x="184531" y="964565"/>
                  <a:pt x="170180" y="951484"/>
                  <a:pt x="156718" y="937514"/>
                </a:cubicBezTo>
                <a:lnTo>
                  <a:pt x="170307" y="924179"/>
                </a:lnTo>
                <a:cubicBezTo>
                  <a:pt x="183388" y="937641"/>
                  <a:pt x="197104" y="950341"/>
                  <a:pt x="211582" y="962279"/>
                </a:cubicBezTo>
                <a:close/>
                <a:moveTo>
                  <a:pt x="106680" y="878459"/>
                </a:moveTo>
                <a:cubicBezTo>
                  <a:pt x="95250" y="862838"/>
                  <a:pt x="84582" y="846582"/>
                  <a:pt x="74803" y="829818"/>
                </a:cubicBezTo>
                <a:lnTo>
                  <a:pt x="91313" y="820166"/>
                </a:lnTo>
                <a:cubicBezTo>
                  <a:pt x="100711" y="836422"/>
                  <a:pt x="110998" y="852043"/>
                  <a:pt x="122047" y="867029"/>
                </a:cubicBezTo>
                <a:close/>
                <a:moveTo>
                  <a:pt x="56007" y="748919"/>
                </a:moveTo>
                <a:cubicBezTo>
                  <a:pt x="48768" y="731012"/>
                  <a:pt x="42418" y="712724"/>
                  <a:pt x="36957" y="694055"/>
                </a:cubicBezTo>
                <a:lnTo>
                  <a:pt x="55245" y="688721"/>
                </a:lnTo>
                <a:cubicBezTo>
                  <a:pt x="60452" y="706755"/>
                  <a:pt x="66548" y="724535"/>
                  <a:pt x="73660" y="741680"/>
                </a:cubicBezTo>
                <a:close/>
                <a:moveTo>
                  <a:pt x="5461" y="629793"/>
                </a:moveTo>
                <a:cubicBezTo>
                  <a:pt x="2794" y="610743"/>
                  <a:pt x="1143" y="591439"/>
                  <a:pt x="381" y="571881"/>
                </a:cubicBezTo>
                <a:lnTo>
                  <a:pt x="19431" y="571246"/>
                </a:lnTo>
                <a:cubicBezTo>
                  <a:pt x="20066" y="590169"/>
                  <a:pt x="21717" y="608838"/>
                  <a:pt x="24384" y="627126"/>
                </a:cubicBezTo>
                <a:close/>
                <a:moveTo>
                  <a:pt x="0" y="552196"/>
                </a:moveTo>
                <a:cubicBezTo>
                  <a:pt x="0" y="532638"/>
                  <a:pt x="1016" y="513207"/>
                  <a:pt x="3048" y="494157"/>
                </a:cubicBezTo>
                <a:lnTo>
                  <a:pt x="21971" y="496189"/>
                </a:lnTo>
                <a:cubicBezTo>
                  <a:pt x="20066" y="514604"/>
                  <a:pt x="19050" y="533273"/>
                  <a:pt x="19050" y="552323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3098298" y="4865095"/>
            <a:ext cx="810101" cy="809054"/>
          </a:xfrm>
          <a:custGeom>
            <a:avLst/>
            <a:gdLst/>
            <a:ahLst/>
            <a:cxnLst/>
            <a:rect l="l" t="t" r="r" b="b"/>
            <a:pathLst>
              <a:path w="1080135" h="1078738" extrusionOk="0">
                <a:moveTo>
                  <a:pt x="16510" y="417830"/>
                </a:moveTo>
                <a:cubicBezTo>
                  <a:pt x="21209" y="398907"/>
                  <a:pt x="26924" y="380365"/>
                  <a:pt x="33528" y="362331"/>
                </a:cubicBezTo>
                <a:lnTo>
                  <a:pt x="51435" y="368935"/>
                </a:lnTo>
                <a:cubicBezTo>
                  <a:pt x="45085" y="386334"/>
                  <a:pt x="39497" y="404241"/>
                  <a:pt x="34925" y="422529"/>
                </a:cubicBezTo>
                <a:close/>
                <a:moveTo>
                  <a:pt x="83693" y="296291"/>
                </a:moveTo>
                <a:cubicBezTo>
                  <a:pt x="92837" y="279146"/>
                  <a:pt x="102997" y="262636"/>
                  <a:pt x="113792" y="246634"/>
                </a:cubicBezTo>
                <a:lnTo>
                  <a:pt x="129540" y="257302"/>
                </a:lnTo>
                <a:cubicBezTo>
                  <a:pt x="118999" y="272796"/>
                  <a:pt x="109347" y="288798"/>
                  <a:pt x="100457" y="305308"/>
                </a:cubicBezTo>
                <a:close/>
                <a:moveTo>
                  <a:pt x="178562" y="194818"/>
                </a:moveTo>
                <a:cubicBezTo>
                  <a:pt x="191643" y="180467"/>
                  <a:pt x="205359" y="166751"/>
                  <a:pt x="219837" y="153924"/>
                </a:cubicBezTo>
                <a:lnTo>
                  <a:pt x="232537" y="168148"/>
                </a:lnTo>
                <a:cubicBezTo>
                  <a:pt x="218567" y="180594"/>
                  <a:pt x="205232" y="193802"/>
                  <a:pt x="192659" y="207645"/>
                </a:cubicBezTo>
                <a:close/>
                <a:moveTo>
                  <a:pt x="245872" y="92710"/>
                </a:moveTo>
                <a:cubicBezTo>
                  <a:pt x="262001" y="81915"/>
                  <a:pt x="278638" y="72009"/>
                  <a:pt x="295783" y="62992"/>
                </a:cubicBezTo>
                <a:lnTo>
                  <a:pt x="304673" y="79883"/>
                </a:lnTo>
                <a:cubicBezTo>
                  <a:pt x="288036" y="88646"/>
                  <a:pt x="271907" y="98171"/>
                  <a:pt x="256413" y="108585"/>
                </a:cubicBezTo>
                <a:close/>
                <a:moveTo>
                  <a:pt x="377317" y="47752"/>
                </a:moveTo>
                <a:cubicBezTo>
                  <a:pt x="395478" y="41275"/>
                  <a:pt x="414020" y="35687"/>
                  <a:pt x="433070" y="31115"/>
                </a:cubicBezTo>
                <a:lnTo>
                  <a:pt x="437515" y="49657"/>
                </a:lnTo>
                <a:cubicBezTo>
                  <a:pt x="419227" y="54102"/>
                  <a:pt x="401320" y="59436"/>
                  <a:pt x="383794" y="65659"/>
                </a:cubicBezTo>
                <a:close/>
                <a:moveTo>
                  <a:pt x="498856" y="2540"/>
                </a:moveTo>
                <a:cubicBezTo>
                  <a:pt x="516382" y="889"/>
                  <a:pt x="534162" y="0"/>
                  <a:pt x="552196" y="0"/>
                </a:cubicBezTo>
                <a:lnTo>
                  <a:pt x="552196" y="9525"/>
                </a:lnTo>
                <a:lnTo>
                  <a:pt x="552196" y="0"/>
                </a:lnTo>
                <a:cubicBezTo>
                  <a:pt x="553847" y="0"/>
                  <a:pt x="555371" y="0"/>
                  <a:pt x="557022" y="0"/>
                </a:cubicBezTo>
                <a:lnTo>
                  <a:pt x="556895" y="19050"/>
                </a:lnTo>
                <a:cubicBezTo>
                  <a:pt x="555371" y="19050"/>
                  <a:pt x="553720" y="19050"/>
                  <a:pt x="552196" y="19050"/>
                </a:cubicBezTo>
                <a:lnTo>
                  <a:pt x="552196" y="9525"/>
                </a:lnTo>
                <a:lnTo>
                  <a:pt x="552196" y="19050"/>
                </a:lnTo>
                <a:cubicBezTo>
                  <a:pt x="534797" y="19050"/>
                  <a:pt x="517652" y="19939"/>
                  <a:pt x="500761" y="21463"/>
                </a:cubicBezTo>
                <a:close/>
                <a:moveTo>
                  <a:pt x="634365" y="6096"/>
                </a:moveTo>
                <a:cubicBezTo>
                  <a:pt x="653669" y="9017"/>
                  <a:pt x="672719" y="12827"/>
                  <a:pt x="691261" y="17653"/>
                </a:cubicBezTo>
                <a:lnTo>
                  <a:pt x="686435" y="36068"/>
                </a:lnTo>
                <a:cubicBezTo>
                  <a:pt x="668528" y="31369"/>
                  <a:pt x="650113" y="27686"/>
                  <a:pt x="631444" y="24892"/>
                </a:cubicBezTo>
                <a:close/>
                <a:moveTo>
                  <a:pt x="764667" y="42291"/>
                </a:moveTo>
                <a:cubicBezTo>
                  <a:pt x="782574" y="49784"/>
                  <a:pt x="800100" y="58166"/>
                  <a:pt x="816991" y="67437"/>
                </a:cubicBezTo>
                <a:lnTo>
                  <a:pt x="807847" y="84201"/>
                </a:lnTo>
                <a:cubicBezTo>
                  <a:pt x="791464" y="75184"/>
                  <a:pt x="774573" y="67183"/>
                  <a:pt x="757301" y="59944"/>
                </a:cubicBezTo>
                <a:close/>
                <a:moveTo>
                  <a:pt x="874903" y="127000"/>
                </a:moveTo>
                <a:cubicBezTo>
                  <a:pt x="890397" y="138557"/>
                  <a:pt x="905383" y="151003"/>
                  <a:pt x="919607" y="164211"/>
                </a:cubicBezTo>
                <a:lnTo>
                  <a:pt x="906653" y="178181"/>
                </a:lnTo>
                <a:cubicBezTo>
                  <a:pt x="892937" y="165481"/>
                  <a:pt x="878459" y="153543"/>
                  <a:pt x="863473" y="142367"/>
                </a:cubicBezTo>
                <a:close/>
                <a:moveTo>
                  <a:pt x="961263" y="235966"/>
                </a:moveTo>
                <a:cubicBezTo>
                  <a:pt x="973455" y="250952"/>
                  <a:pt x="985012" y="266573"/>
                  <a:pt x="995680" y="282829"/>
                </a:cubicBezTo>
                <a:lnTo>
                  <a:pt x="979805" y="293243"/>
                </a:lnTo>
                <a:cubicBezTo>
                  <a:pt x="969518" y="277622"/>
                  <a:pt x="958469" y="262509"/>
                  <a:pt x="946658" y="248031"/>
                </a:cubicBezTo>
                <a:close/>
                <a:moveTo>
                  <a:pt x="1018794" y="362458"/>
                </a:moveTo>
                <a:cubicBezTo>
                  <a:pt x="1027049" y="379857"/>
                  <a:pt x="1034288" y="397891"/>
                  <a:pt x="1040765" y="416306"/>
                </a:cubicBezTo>
                <a:lnTo>
                  <a:pt x="1022731" y="422529"/>
                </a:lnTo>
                <a:cubicBezTo>
                  <a:pt x="1016635" y="404749"/>
                  <a:pt x="1009523" y="387477"/>
                  <a:pt x="1001522" y="370586"/>
                </a:cubicBezTo>
                <a:close/>
                <a:moveTo>
                  <a:pt x="1043559" y="499237"/>
                </a:moveTo>
                <a:cubicBezTo>
                  <a:pt x="1047242" y="518033"/>
                  <a:pt x="1049909" y="537337"/>
                  <a:pt x="1051687" y="556768"/>
                </a:cubicBezTo>
                <a:lnTo>
                  <a:pt x="1032764" y="558419"/>
                </a:lnTo>
                <a:cubicBezTo>
                  <a:pt x="1031113" y="539623"/>
                  <a:pt x="1028446" y="521081"/>
                  <a:pt x="1025017" y="502920"/>
                </a:cubicBezTo>
                <a:close/>
                <a:moveTo>
                  <a:pt x="1034415" y="638175"/>
                </a:moveTo>
                <a:cubicBezTo>
                  <a:pt x="1033399" y="657733"/>
                  <a:pt x="1031367" y="677037"/>
                  <a:pt x="1028319" y="695960"/>
                </a:cubicBezTo>
                <a:lnTo>
                  <a:pt x="1009523" y="693039"/>
                </a:lnTo>
                <a:cubicBezTo>
                  <a:pt x="1012444" y="674751"/>
                  <a:pt x="1014349" y="656082"/>
                  <a:pt x="1015365" y="637286"/>
                </a:cubicBezTo>
                <a:close/>
                <a:moveTo>
                  <a:pt x="1080135" y="714502"/>
                </a:moveTo>
                <a:cubicBezTo>
                  <a:pt x="1074420" y="733171"/>
                  <a:pt x="1067689" y="751332"/>
                  <a:pt x="1060196" y="769112"/>
                </a:cubicBezTo>
                <a:lnTo>
                  <a:pt x="1042670" y="761619"/>
                </a:lnTo>
                <a:cubicBezTo>
                  <a:pt x="1050036" y="744474"/>
                  <a:pt x="1056386" y="726948"/>
                  <a:pt x="1061974" y="708914"/>
                </a:cubicBezTo>
                <a:close/>
                <a:moveTo>
                  <a:pt x="1006602" y="832485"/>
                </a:moveTo>
                <a:cubicBezTo>
                  <a:pt x="996569" y="849122"/>
                  <a:pt x="985647" y="865124"/>
                  <a:pt x="973963" y="880491"/>
                </a:cubicBezTo>
                <a:lnTo>
                  <a:pt x="958850" y="868934"/>
                </a:lnTo>
                <a:cubicBezTo>
                  <a:pt x="970153" y="854075"/>
                  <a:pt x="980694" y="838581"/>
                  <a:pt x="990473" y="822579"/>
                </a:cubicBezTo>
                <a:close/>
                <a:moveTo>
                  <a:pt x="941070" y="944245"/>
                </a:moveTo>
                <a:cubicBezTo>
                  <a:pt x="927354" y="957834"/>
                  <a:pt x="912876" y="970788"/>
                  <a:pt x="897763" y="982980"/>
                </a:cubicBezTo>
                <a:lnTo>
                  <a:pt x="885825" y="968121"/>
                </a:lnTo>
                <a:cubicBezTo>
                  <a:pt x="900430" y="956437"/>
                  <a:pt x="914400" y="943864"/>
                  <a:pt x="927735" y="930783"/>
                </a:cubicBezTo>
                <a:close/>
                <a:moveTo>
                  <a:pt x="820801" y="1013587"/>
                </a:moveTo>
                <a:cubicBezTo>
                  <a:pt x="804164" y="1023493"/>
                  <a:pt x="787019" y="1032510"/>
                  <a:pt x="769366" y="1040638"/>
                </a:cubicBezTo>
                <a:lnTo>
                  <a:pt x="774700" y="1036828"/>
                </a:lnTo>
                <a:cubicBezTo>
                  <a:pt x="791718" y="1028954"/>
                  <a:pt x="808355" y="1020318"/>
                  <a:pt x="824357" y="1010793"/>
                </a:cubicBezTo>
                <a:close/>
                <a:moveTo>
                  <a:pt x="700405" y="1065149"/>
                </a:moveTo>
                <a:cubicBezTo>
                  <a:pt x="681990" y="1070610"/>
                  <a:pt x="663067" y="1075182"/>
                  <a:pt x="643890" y="1078738"/>
                </a:cubicBezTo>
                <a:lnTo>
                  <a:pt x="640461" y="1060069"/>
                </a:lnTo>
                <a:cubicBezTo>
                  <a:pt x="659003" y="1056640"/>
                  <a:pt x="677164" y="1052195"/>
                  <a:pt x="694944" y="1046988"/>
                </a:cubicBezTo>
                <a:close/>
                <a:moveTo>
                  <a:pt x="561594" y="1069340"/>
                </a:moveTo>
                <a:cubicBezTo>
                  <a:pt x="553466" y="1069721"/>
                  <a:pt x="545338" y="1069848"/>
                  <a:pt x="537083" y="1069848"/>
                </a:cubicBezTo>
                <a:lnTo>
                  <a:pt x="537083" y="1060323"/>
                </a:lnTo>
                <a:lnTo>
                  <a:pt x="537083" y="1069848"/>
                </a:lnTo>
                <a:cubicBezTo>
                  <a:pt x="525653" y="1069848"/>
                  <a:pt x="514477" y="1069467"/>
                  <a:pt x="503174" y="1068832"/>
                </a:cubicBezTo>
                <a:lnTo>
                  <a:pt x="504317" y="1049782"/>
                </a:lnTo>
                <a:cubicBezTo>
                  <a:pt x="515112" y="1050417"/>
                  <a:pt x="526034" y="1050798"/>
                  <a:pt x="537083" y="1050798"/>
                </a:cubicBezTo>
                <a:cubicBezTo>
                  <a:pt x="545084" y="1050798"/>
                  <a:pt x="552958" y="1050671"/>
                  <a:pt x="560832" y="1050290"/>
                </a:cubicBezTo>
                <a:close/>
                <a:moveTo>
                  <a:pt x="425704" y="1039749"/>
                </a:moveTo>
                <a:cubicBezTo>
                  <a:pt x="406527" y="1035812"/>
                  <a:pt x="387731" y="1030986"/>
                  <a:pt x="369443" y="1025144"/>
                </a:cubicBezTo>
                <a:lnTo>
                  <a:pt x="375158" y="1006983"/>
                </a:lnTo>
                <a:cubicBezTo>
                  <a:pt x="392938" y="1012571"/>
                  <a:pt x="410972" y="1017270"/>
                  <a:pt x="429514" y="1021080"/>
                </a:cubicBezTo>
                <a:close/>
                <a:moveTo>
                  <a:pt x="301117" y="977900"/>
                </a:moveTo>
                <a:cubicBezTo>
                  <a:pt x="283591" y="969518"/>
                  <a:pt x="266573" y="960120"/>
                  <a:pt x="250190" y="949960"/>
                </a:cubicBezTo>
                <a:lnTo>
                  <a:pt x="260223" y="933704"/>
                </a:lnTo>
                <a:cubicBezTo>
                  <a:pt x="276098" y="943483"/>
                  <a:pt x="292481" y="952500"/>
                  <a:pt x="309499" y="960628"/>
                </a:cubicBezTo>
                <a:close/>
                <a:moveTo>
                  <a:pt x="199390" y="977011"/>
                </a:moveTo>
                <a:cubicBezTo>
                  <a:pt x="184531" y="964565"/>
                  <a:pt x="170180" y="951484"/>
                  <a:pt x="156718" y="937514"/>
                </a:cubicBezTo>
                <a:lnTo>
                  <a:pt x="170307" y="924179"/>
                </a:lnTo>
                <a:cubicBezTo>
                  <a:pt x="183388" y="937641"/>
                  <a:pt x="197104" y="950341"/>
                  <a:pt x="211582" y="962279"/>
                </a:cubicBezTo>
                <a:close/>
                <a:moveTo>
                  <a:pt x="106680" y="878459"/>
                </a:moveTo>
                <a:cubicBezTo>
                  <a:pt x="95250" y="862838"/>
                  <a:pt x="84582" y="846582"/>
                  <a:pt x="74803" y="829818"/>
                </a:cubicBezTo>
                <a:lnTo>
                  <a:pt x="91313" y="820166"/>
                </a:lnTo>
                <a:cubicBezTo>
                  <a:pt x="100711" y="836422"/>
                  <a:pt x="110998" y="852043"/>
                  <a:pt x="122047" y="867029"/>
                </a:cubicBezTo>
                <a:close/>
                <a:moveTo>
                  <a:pt x="56007" y="748919"/>
                </a:moveTo>
                <a:cubicBezTo>
                  <a:pt x="48768" y="731012"/>
                  <a:pt x="42418" y="712724"/>
                  <a:pt x="36957" y="694055"/>
                </a:cubicBezTo>
                <a:lnTo>
                  <a:pt x="55245" y="688721"/>
                </a:lnTo>
                <a:cubicBezTo>
                  <a:pt x="60452" y="706755"/>
                  <a:pt x="66548" y="724535"/>
                  <a:pt x="73660" y="741680"/>
                </a:cubicBezTo>
                <a:close/>
                <a:moveTo>
                  <a:pt x="5461" y="629793"/>
                </a:moveTo>
                <a:cubicBezTo>
                  <a:pt x="2794" y="610743"/>
                  <a:pt x="1143" y="591439"/>
                  <a:pt x="381" y="571881"/>
                </a:cubicBezTo>
                <a:lnTo>
                  <a:pt x="19431" y="571246"/>
                </a:lnTo>
                <a:cubicBezTo>
                  <a:pt x="20066" y="590169"/>
                  <a:pt x="21717" y="608838"/>
                  <a:pt x="24384" y="627126"/>
                </a:cubicBezTo>
                <a:close/>
                <a:moveTo>
                  <a:pt x="0" y="552196"/>
                </a:moveTo>
                <a:cubicBezTo>
                  <a:pt x="0" y="532638"/>
                  <a:pt x="1016" y="513207"/>
                  <a:pt x="3048" y="494157"/>
                </a:cubicBezTo>
                <a:lnTo>
                  <a:pt x="21971" y="496189"/>
                </a:lnTo>
                <a:cubicBezTo>
                  <a:pt x="20066" y="514604"/>
                  <a:pt x="19050" y="533273"/>
                  <a:pt x="19050" y="552323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3098298" y="6281326"/>
            <a:ext cx="810101" cy="809054"/>
          </a:xfrm>
          <a:custGeom>
            <a:avLst/>
            <a:gdLst/>
            <a:ahLst/>
            <a:cxnLst/>
            <a:rect l="l" t="t" r="r" b="b"/>
            <a:pathLst>
              <a:path w="1080135" h="1078738" extrusionOk="0">
                <a:moveTo>
                  <a:pt x="16510" y="417830"/>
                </a:moveTo>
                <a:cubicBezTo>
                  <a:pt x="21209" y="398907"/>
                  <a:pt x="26924" y="380365"/>
                  <a:pt x="33528" y="362331"/>
                </a:cubicBezTo>
                <a:lnTo>
                  <a:pt x="51435" y="368935"/>
                </a:lnTo>
                <a:cubicBezTo>
                  <a:pt x="45085" y="386334"/>
                  <a:pt x="39497" y="404241"/>
                  <a:pt x="34925" y="422529"/>
                </a:cubicBezTo>
                <a:close/>
                <a:moveTo>
                  <a:pt x="83693" y="296291"/>
                </a:moveTo>
                <a:cubicBezTo>
                  <a:pt x="92837" y="279146"/>
                  <a:pt x="102997" y="262636"/>
                  <a:pt x="113792" y="246634"/>
                </a:cubicBezTo>
                <a:lnTo>
                  <a:pt x="129540" y="257302"/>
                </a:lnTo>
                <a:cubicBezTo>
                  <a:pt x="118999" y="272796"/>
                  <a:pt x="109347" y="288798"/>
                  <a:pt x="100457" y="305308"/>
                </a:cubicBezTo>
                <a:close/>
                <a:moveTo>
                  <a:pt x="178562" y="194818"/>
                </a:moveTo>
                <a:cubicBezTo>
                  <a:pt x="191643" y="180467"/>
                  <a:pt x="205359" y="166751"/>
                  <a:pt x="219837" y="153924"/>
                </a:cubicBezTo>
                <a:lnTo>
                  <a:pt x="232537" y="168148"/>
                </a:lnTo>
                <a:cubicBezTo>
                  <a:pt x="218567" y="180594"/>
                  <a:pt x="205232" y="193802"/>
                  <a:pt x="192659" y="207645"/>
                </a:cubicBezTo>
                <a:close/>
                <a:moveTo>
                  <a:pt x="245872" y="92710"/>
                </a:moveTo>
                <a:cubicBezTo>
                  <a:pt x="262001" y="81915"/>
                  <a:pt x="278638" y="72009"/>
                  <a:pt x="295783" y="62992"/>
                </a:cubicBezTo>
                <a:lnTo>
                  <a:pt x="304673" y="79883"/>
                </a:lnTo>
                <a:cubicBezTo>
                  <a:pt x="288036" y="88646"/>
                  <a:pt x="271907" y="98171"/>
                  <a:pt x="256413" y="108585"/>
                </a:cubicBezTo>
                <a:close/>
                <a:moveTo>
                  <a:pt x="377317" y="47752"/>
                </a:moveTo>
                <a:cubicBezTo>
                  <a:pt x="395478" y="41275"/>
                  <a:pt x="414020" y="35687"/>
                  <a:pt x="433070" y="31115"/>
                </a:cubicBezTo>
                <a:lnTo>
                  <a:pt x="437515" y="49657"/>
                </a:lnTo>
                <a:cubicBezTo>
                  <a:pt x="419227" y="54102"/>
                  <a:pt x="401320" y="59436"/>
                  <a:pt x="383794" y="65659"/>
                </a:cubicBezTo>
                <a:close/>
                <a:moveTo>
                  <a:pt x="498856" y="2540"/>
                </a:moveTo>
                <a:cubicBezTo>
                  <a:pt x="516382" y="889"/>
                  <a:pt x="534162" y="0"/>
                  <a:pt x="552196" y="0"/>
                </a:cubicBezTo>
                <a:lnTo>
                  <a:pt x="552196" y="9525"/>
                </a:lnTo>
                <a:lnTo>
                  <a:pt x="552196" y="0"/>
                </a:lnTo>
                <a:cubicBezTo>
                  <a:pt x="553847" y="0"/>
                  <a:pt x="555371" y="0"/>
                  <a:pt x="557022" y="0"/>
                </a:cubicBezTo>
                <a:lnTo>
                  <a:pt x="556895" y="19050"/>
                </a:lnTo>
                <a:cubicBezTo>
                  <a:pt x="555371" y="19050"/>
                  <a:pt x="553720" y="19050"/>
                  <a:pt x="552196" y="19050"/>
                </a:cubicBezTo>
                <a:lnTo>
                  <a:pt x="552196" y="9525"/>
                </a:lnTo>
                <a:lnTo>
                  <a:pt x="552196" y="19050"/>
                </a:lnTo>
                <a:cubicBezTo>
                  <a:pt x="534797" y="19050"/>
                  <a:pt x="517652" y="19939"/>
                  <a:pt x="500761" y="21463"/>
                </a:cubicBezTo>
                <a:close/>
                <a:moveTo>
                  <a:pt x="634365" y="6096"/>
                </a:moveTo>
                <a:cubicBezTo>
                  <a:pt x="653669" y="9017"/>
                  <a:pt x="672719" y="12827"/>
                  <a:pt x="691261" y="17653"/>
                </a:cubicBezTo>
                <a:lnTo>
                  <a:pt x="686435" y="36068"/>
                </a:lnTo>
                <a:cubicBezTo>
                  <a:pt x="668528" y="31369"/>
                  <a:pt x="650113" y="27686"/>
                  <a:pt x="631444" y="24892"/>
                </a:cubicBezTo>
                <a:close/>
                <a:moveTo>
                  <a:pt x="764667" y="42291"/>
                </a:moveTo>
                <a:cubicBezTo>
                  <a:pt x="782574" y="49784"/>
                  <a:pt x="800100" y="58166"/>
                  <a:pt x="816991" y="67437"/>
                </a:cubicBezTo>
                <a:lnTo>
                  <a:pt x="807847" y="84201"/>
                </a:lnTo>
                <a:cubicBezTo>
                  <a:pt x="791464" y="75184"/>
                  <a:pt x="774573" y="67183"/>
                  <a:pt x="757301" y="59944"/>
                </a:cubicBezTo>
                <a:close/>
                <a:moveTo>
                  <a:pt x="874903" y="127000"/>
                </a:moveTo>
                <a:cubicBezTo>
                  <a:pt x="890397" y="138557"/>
                  <a:pt x="905383" y="151003"/>
                  <a:pt x="919607" y="164211"/>
                </a:cubicBezTo>
                <a:lnTo>
                  <a:pt x="906653" y="178181"/>
                </a:lnTo>
                <a:cubicBezTo>
                  <a:pt x="892937" y="165481"/>
                  <a:pt x="878459" y="153543"/>
                  <a:pt x="863473" y="142367"/>
                </a:cubicBezTo>
                <a:close/>
                <a:moveTo>
                  <a:pt x="961263" y="235966"/>
                </a:moveTo>
                <a:cubicBezTo>
                  <a:pt x="973455" y="250952"/>
                  <a:pt x="985012" y="266573"/>
                  <a:pt x="995680" y="282829"/>
                </a:cubicBezTo>
                <a:lnTo>
                  <a:pt x="979805" y="293243"/>
                </a:lnTo>
                <a:cubicBezTo>
                  <a:pt x="969518" y="277622"/>
                  <a:pt x="958469" y="262509"/>
                  <a:pt x="946658" y="248031"/>
                </a:cubicBezTo>
                <a:close/>
                <a:moveTo>
                  <a:pt x="1018794" y="362458"/>
                </a:moveTo>
                <a:cubicBezTo>
                  <a:pt x="1027049" y="379857"/>
                  <a:pt x="1034288" y="397891"/>
                  <a:pt x="1040765" y="416306"/>
                </a:cubicBezTo>
                <a:lnTo>
                  <a:pt x="1022731" y="422529"/>
                </a:lnTo>
                <a:cubicBezTo>
                  <a:pt x="1016635" y="404749"/>
                  <a:pt x="1009523" y="387477"/>
                  <a:pt x="1001522" y="370586"/>
                </a:cubicBezTo>
                <a:close/>
                <a:moveTo>
                  <a:pt x="1043559" y="499237"/>
                </a:moveTo>
                <a:cubicBezTo>
                  <a:pt x="1047242" y="518033"/>
                  <a:pt x="1049909" y="537337"/>
                  <a:pt x="1051687" y="556768"/>
                </a:cubicBezTo>
                <a:lnTo>
                  <a:pt x="1032764" y="558419"/>
                </a:lnTo>
                <a:cubicBezTo>
                  <a:pt x="1031113" y="539623"/>
                  <a:pt x="1028446" y="521081"/>
                  <a:pt x="1025017" y="502920"/>
                </a:cubicBezTo>
                <a:close/>
                <a:moveTo>
                  <a:pt x="1034415" y="638175"/>
                </a:moveTo>
                <a:cubicBezTo>
                  <a:pt x="1033399" y="657733"/>
                  <a:pt x="1031367" y="677037"/>
                  <a:pt x="1028319" y="695960"/>
                </a:cubicBezTo>
                <a:lnTo>
                  <a:pt x="1009523" y="693039"/>
                </a:lnTo>
                <a:cubicBezTo>
                  <a:pt x="1012444" y="674751"/>
                  <a:pt x="1014349" y="656082"/>
                  <a:pt x="1015365" y="637286"/>
                </a:cubicBezTo>
                <a:close/>
                <a:moveTo>
                  <a:pt x="1080135" y="714502"/>
                </a:moveTo>
                <a:cubicBezTo>
                  <a:pt x="1074420" y="733171"/>
                  <a:pt x="1067689" y="751332"/>
                  <a:pt x="1060196" y="769112"/>
                </a:cubicBezTo>
                <a:lnTo>
                  <a:pt x="1042670" y="761619"/>
                </a:lnTo>
                <a:cubicBezTo>
                  <a:pt x="1050036" y="744474"/>
                  <a:pt x="1056386" y="726948"/>
                  <a:pt x="1061974" y="708914"/>
                </a:cubicBezTo>
                <a:close/>
                <a:moveTo>
                  <a:pt x="1006602" y="832485"/>
                </a:moveTo>
                <a:cubicBezTo>
                  <a:pt x="996569" y="849122"/>
                  <a:pt x="985647" y="865124"/>
                  <a:pt x="973963" y="880491"/>
                </a:cubicBezTo>
                <a:lnTo>
                  <a:pt x="958850" y="868934"/>
                </a:lnTo>
                <a:cubicBezTo>
                  <a:pt x="970153" y="854075"/>
                  <a:pt x="980694" y="838581"/>
                  <a:pt x="990473" y="822579"/>
                </a:cubicBezTo>
                <a:close/>
                <a:moveTo>
                  <a:pt x="941070" y="944245"/>
                </a:moveTo>
                <a:cubicBezTo>
                  <a:pt x="927354" y="957834"/>
                  <a:pt x="912876" y="970788"/>
                  <a:pt x="897763" y="982980"/>
                </a:cubicBezTo>
                <a:lnTo>
                  <a:pt x="885825" y="968121"/>
                </a:lnTo>
                <a:cubicBezTo>
                  <a:pt x="900430" y="956437"/>
                  <a:pt x="914400" y="943864"/>
                  <a:pt x="927735" y="930783"/>
                </a:cubicBezTo>
                <a:close/>
                <a:moveTo>
                  <a:pt x="820801" y="1013587"/>
                </a:moveTo>
                <a:cubicBezTo>
                  <a:pt x="804164" y="1023493"/>
                  <a:pt x="787019" y="1032510"/>
                  <a:pt x="769366" y="1040638"/>
                </a:cubicBezTo>
                <a:lnTo>
                  <a:pt x="774700" y="1036828"/>
                </a:lnTo>
                <a:cubicBezTo>
                  <a:pt x="791718" y="1028954"/>
                  <a:pt x="808355" y="1020318"/>
                  <a:pt x="824357" y="1010793"/>
                </a:cubicBezTo>
                <a:close/>
                <a:moveTo>
                  <a:pt x="700405" y="1065149"/>
                </a:moveTo>
                <a:cubicBezTo>
                  <a:pt x="681990" y="1070610"/>
                  <a:pt x="663067" y="1075182"/>
                  <a:pt x="643890" y="1078738"/>
                </a:cubicBezTo>
                <a:lnTo>
                  <a:pt x="640461" y="1060069"/>
                </a:lnTo>
                <a:cubicBezTo>
                  <a:pt x="659003" y="1056640"/>
                  <a:pt x="677164" y="1052195"/>
                  <a:pt x="694944" y="1046988"/>
                </a:cubicBezTo>
                <a:close/>
                <a:moveTo>
                  <a:pt x="561594" y="1069340"/>
                </a:moveTo>
                <a:cubicBezTo>
                  <a:pt x="553466" y="1069721"/>
                  <a:pt x="545338" y="1069848"/>
                  <a:pt x="537083" y="1069848"/>
                </a:cubicBezTo>
                <a:lnTo>
                  <a:pt x="537083" y="1060323"/>
                </a:lnTo>
                <a:lnTo>
                  <a:pt x="537083" y="1069848"/>
                </a:lnTo>
                <a:cubicBezTo>
                  <a:pt x="525653" y="1069848"/>
                  <a:pt x="514477" y="1069467"/>
                  <a:pt x="503174" y="1068832"/>
                </a:cubicBezTo>
                <a:lnTo>
                  <a:pt x="504317" y="1049782"/>
                </a:lnTo>
                <a:cubicBezTo>
                  <a:pt x="515112" y="1050417"/>
                  <a:pt x="526034" y="1050798"/>
                  <a:pt x="537083" y="1050798"/>
                </a:cubicBezTo>
                <a:cubicBezTo>
                  <a:pt x="545084" y="1050798"/>
                  <a:pt x="552958" y="1050671"/>
                  <a:pt x="560832" y="1050290"/>
                </a:cubicBezTo>
                <a:close/>
                <a:moveTo>
                  <a:pt x="425704" y="1039749"/>
                </a:moveTo>
                <a:cubicBezTo>
                  <a:pt x="406527" y="1035812"/>
                  <a:pt x="387731" y="1030986"/>
                  <a:pt x="369443" y="1025144"/>
                </a:cubicBezTo>
                <a:lnTo>
                  <a:pt x="375158" y="1006983"/>
                </a:lnTo>
                <a:cubicBezTo>
                  <a:pt x="392938" y="1012571"/>
                  <a:pt x="410972" y="1017270"/>
                  <a:pt x="429514" y="1021080"/>
                </a:cubicBezTo>
                <a:close/>
                <a:moveTo>
                  <a:pt x="301117" y="977900"/>
                </a:moveTo>
                <a:cubicBezTo>
                  <a:pt x="283591" y="969518"/>
                  <a:pt x="266573" y="960120"/>
                  <a:pt x="250190" y="949960"/>
                </a:cubicBezTo>
                <a:lnTo>
                  <a:pt x="260223" y="933704"/>
                </a:lnTo>
                <a:cubicBezTo>
                  <a:pt x="276098" y="943483"/>
                  <a:pt x="292481" y="952500"/>
                  <a:pt x="309499" y="960628"/>
                </a:cubicBezTo>
                <a:close/>
                <a:moveTo>
                  <a:pt x="199390" y="977011"/>
                </a:moveTo>
                <a:cubicBezTo>
                  <a:pt x="184531" y="964565"/>
                  <a:pt x="170180" y="951484"/>
                  <a:pt x="156718" y="937514"/>
                </a:cubicBezTo>
                <a:lnTo>
                  <a:pt x="170307" y="924179"/>
                </a:lnTo>
                <a:cubicBezTo>
                  <a:pt x="183388" y="937641"/>
                  <a:pt x="197104" y="950341"/>
                  <a:pt x="211582" y="962279"/>
                </a:cubicBezTo>
                <a:close/>
                <a:moveTo>
                  <a:pt x="106680" y="878459"/>
                </a:moveTo>
                <a:cubicBezTo>
                  <a:pt x="95250" y="862838"/>
                  <a:pt x="84582" y="846582"/>
                  <a:pt x="74803" y="829818"/>
                </a:cubicBezTo>
                <a:lnTo>
                  <a:pt x="91313" y="820166"/>
                </a:lnTo>
                <a:cubicBezTo>
                  <a:pt x="100711" y="836422"/>
                  <a:pt x="110998" y="852043"/>
                  <a:pt x="122047" y="867029"/>
                </a:cubicBezTo>
                <a:close/>
                <a:moveTo>
                  <a:pt x="56007" y="748919"/>
                </a:moveTo>
                <a:cubicBezTo>
                  <a:pt x="48768" y="731012"/>
                  <a:pt x="42418" y="712724"/>
                  <a:pt x="36957" y="694055"/>
                </a:cubicBezTo>
                <a:lnTo>
                  <a:pt x="55245" y="688721"/>
                </a:lnTo>
                <a:cubicBezTo>
                  <a:pt x="60452" y="706755"/>
                  <a:pt x="66548" y="724535"/>
                  <a:pt x="73660" y="741680"/>
                </a:cubicBezTo>
                <a:close/>
                <a:moveTo>
                  <a:pt x="5461" y="629793"/>
                </a:moveTo>
                <a:cubicBezTo>
                  <a:pt x="2794" y="610743"/>
                  <a:pt x="1143" y="591439"/>
                  <a:pt x="381" y="571881"/>
                </a:cubicBezTo>
                <a:lnTo>
                  <a:pt x="19431" y="571246"/>
                </a:lnTo>
                <a:cubicBezTo>
                  <a:pt x="20066" y="590169"/>
                  <a:pt x="21717" y="608838"/>
                  <a:pt x="24384" y="627126"/>
                </a:cubicBezTo>
                <a:close/>
                <a:moveTo>
                  <a:pt x="0" y="552196"/>
                </a:moveTo>
                <a:cubicBezTo>
                  <a:pt x="0" y="532638"/>
                  <a:pt x="1016" y="513207"/>
                  <a:pt x="3048" y="494157"/>
                </a:cubicBezTo>
                <a:lnTo>
                  <a:pt x="21971" y="496189"/>
                </a:lnTo>
                <a:cubicBezTo>
                  <a:pt x="20066" y="514604"/>
                  <a:pt x="19050" y="533273"/>
                  <a:pt x="19050" y="552323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/>
          <p:nvPr/>
        </p:nvSpPr>
        <p:spPr>
          <a:xfrm flipH="1">
            <a:off x="13222818" y="3873126"/>
            <a:ext cx="560334" cy="560334"/>
          </a:xfrm>
          <a:custGeom>
            <a:avLst/>
            <a:gdLst/>
            <a:ahLst/>
            <a:cxnLst/>
            <a:rect l="l" t="t" r="r" b="b"/>
            <a:pathLst>
              <a:path w="560334" h="560334" extrusionOk="0">
                <a:moveTo>
                  <a:pt x="560334" y="0"/>
                </a:moveTo>
                <a:lnTo>
                  <a:pt x="0" y="0"/>
                </a:lnTo>
                <a:lnTo>
                  <a:pt x="0" y="560334"/>
                </a:lnTo>
                <a:lnTo>
                  <a:pt x="560334" y="560334"/>
                </a:lnTo>
                <a:lnTo>
                  <a:pt x="56033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5" name="Google Shape;255;p19"/>
          <p:cNvSpPr/>
          <p:nvPr/>
        </p:nvSpPr>
        <p:spPr>
          <a:xfrm flipH="1">
            <a:off x="13315739" y="6487578"/>
            <a:ext cx="420985" cy="420985"/>
          </a:xfrm>
          <a:custGeom>
            <a:avLst/>
            <a:gdLst/>
            <a:ahLst/>
            <a:cxnLst/>
            <a:rect l="l" t="t" r="r" b="b"/>
            <a:pathLst>
              <a:path w="420985" h="420985" extrusionOk="0">
                <a:moveTo>
                  <a:pt x="420985" y="0"/>
                </a:moveTo>
                <a:lnTo>
                  <a:pt x="0" y="0"/>
                </a:lnTo>
                <a:lnTo>
                  <a:pt x="0" y="420985"/>
                </a:lnTo>
                <a:lnTo>
                  <a:pt x="420985" y="420985"/>
                </a:lnTo>
                <a:lnTo>
                  <a:pt x="420985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6" name="Google Shape;256;p19"/>
          <p:cNvSpPr/>
          <p:nvPr/>
        </p:nvSpPr>
        <p:spPr>
          <a:xfrm>
            <a:off x="13287669" y="5067484"/>
            <a:ext cx="454341" cy="454341"/>
          </a:xfrm>
          <a:custGeom>
            <a:avLst/>
            <a:gdLst/>
            <a:ahLst/>
            <a:cxnLst/>
            <a:rect l="l" t="t" r="r" b="b"/>
            <a:pathLst>
              <a:path w="454341" h="454341" extrusionOk="0">
                <a:moveTo>
                  <a:pt x="0" y="0"/>
                </a:moveTo>
                <a:lnTo>
                  <a:pt x="454341" y="0"/>
                </a:lnTo>
                <a:lnTo>
                  <a:pt x="454341" y="454342"/>
                </a:lnTo>
                <a:lnTo>
                  <a:pt x="0" y="454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/>
          <p:nvPr/>
        </p:nvSpPr>
        <p:spPr>
          <a:xfrm>
            <a:off x="7519692" y="0"/>
            <a:ext cx="10768306" cy="10287000"/>
          </a:xfrm>
          <a:custGeom>
            <a:avLst/>
            <a:gdLst/>
            <a:ahLst/>
            <a:cxnLst/>
            <a:rect l="l" t="t" r="r" b="b"/>
            <a:pathLst>
              <a:path w="10768306" h="10287000" extrusionOk="0">
                <a:moveTo>
                  <a:pt x="0" y="0"/>
                </a:moveTo>
                <a:lnTo>
                  <a:pt x="10768306" y="0"/>
                </a:lnTo>
                <a:lnTo>
                  <a:pt x="107683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087" t="-29995" r="-806" b="-29997"/>
            </a:stretch>
          </a:blipFill>
          <a:ln>
            <a:noFill/>
          </a:ln>
        </p:spPr>
      </p:sp>
      <p:sp>
        <p:nvSpPr>
          <p:cNvPr id="262" name="Google Shape;262;p20"/>
          <p:cNvSpPr/>
          <p:nvPr/>
        </p:nvSpPr>
        <p:spPr>
          <a:xfrm>
            <a:off x="6992082" y="0"/>
            <a:ext cx="11295126" cy="10287000"/>
          </a:xfrm>
          <a:custGeom>
            <a:avLst/>
            <a:gdLst/>
            <a:ahLst/>
            <a:cxnLst/>
            <a:rect l="l" t="t" r="r" b="b"/>
            <a:pathLst>
              <a:path w="15060168" h="13716000" extrusionOk="0">
                <a:moveTo>
                  <a:pt x="0" y="13716000"/>
                </a:moveTo>
                <a:lnTo>
                  <a:pt x="15060168" y="13716000"/>
                </a:lnTo>
                <a:lnTo>
                  <a:pt x="15060168" y="0"/>
                </a:lnTo>
                <a:lnTo>
                  <a:pt x="0" y="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41C30">
              <a:alpha val="62745"/>
            </a:srgbClr>
          </a:solidFill>
          <a:ln>
            <a:noFill/>
          </a:ln>
        </p:spPr>
      </p:sp>
      <p:sp>
        <p:nvSpPr>
          <p:cNvPr id="263" name="Google Shape;263;p20"/>
          <p:cNvSpPr/>
          <p:nvPr/>
        </p:nvSpPr>
        <p:spPr>
          <a:xfrm>
            <a:off x="1822713" y="0"/>
            <a:ext cx="9244965" cy="10287000"/>
          </a:xfrm>
          <a:custGeom>
            <a:avLst/>
            <a:gdLst/>
            <a:ahLst/>
            <a:cxnLst/>
            <a:rect l="l" t="t" r="r" b="b"/>
            <a:pathLst>
              <a:path w="9244965" h="10287000" extrusionOk="0">
                <a:moveTo>
                  <a:pt x="0" y="0"/>
                </a:moveTo>
                <a:lnTo>
                  <a:pt x="9244965" y="0"/>
                </a:lnTo>
                <a:lnTo>
                  <a:pt x="92449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4" name="Google Shape;264;p20"/>
          <p:cNvSpPr txBox="1"/>
          <p:nvPr/>
        </p:nvSpPr>
        <p:spPr>
          <a:xfrm>
            <a:off x="3562934" y="8802402"/>
            <a:ext cx="2932746" cy="32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41C30"/>
                </a:solidFill>
                <a:latin typeface="Arimo"/>
                <a:ea typeface="Arimo"/>
                <a:cs typeface="Arimo"/>
                <a:sym typeface="Arimo"/>
              </a:rPr>
              <a:t>Тематические конкурсы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12707970" y="6334876"/>
            <a:ext cx="701314" cy="724215"/>
          </a:xfrm>
          <a:custGeom>
            <a:avLst/>
            <a:gdLst/>
            <a:ahLst/>
            <a:cxnLst/>
            <a:rect l="l" t="t" r="r" b="b"/>
            <a:pathLst>
              <a:path w="701314" h="724215" extrusionOk="0">
                <a:moveTo>
                  <a:pt x="0" y="0"/>
                </a:moveTo>
                <a:lnTo>
                  <a:pt x="701315" y="0"/>
                </a:lnTo>
                <a:lnTo>
                  <a:pt x="701315" y="724215"/>
                </a:lnTo>
                <a:lnTo>
                  <a:pt x="0" y="724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6" name="Google Shape;266;p20"/>
          <p:cNvSpPr/>
          <p:nvPr/>
        </p:nvSpPr>
        <p:spPr>
          <a:xfrm>
            <a:off x="13084911" y="6840392"/>
            <a:ext cx="153620" cy="71917"/>
          </a:xfrm>
          <a:custGeom>
            <a:avLst/>
            <a:gdLst/>
            <a:ahLst/>
            <a:cxnLst/>
            <a:rect l="l" t="t" r="r" b="b"/>
            <a:pathLst>
              <a:path w="153620" h="71917" extrusionOk="0">
                <a:moveTo>
                  <a:pt x="0" y="0"/>
                </a:moveTo>
                <a:lnTo>
                  <a:pt x="153620" y="0"/>
                </a:lnTo>
                <a:lnTo>
                  <a:pt x="153620" y="71917"/>
                </a:lnTo>
                <a:lnTo>
                  <a:pt x="0" y="71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216" r="-2216"/>
            </a:stretch>
          </a:blipFill>
          <a:ln>
            <a:noFill/>
          </a:ln>
        </p:spPr>
      </p:sp>
      <p:grpSp>
        <p:nvGrpSpPr>
          <p:cNvPr id="267" name="Google Shape;267;p20"/>
          <p:cNvGrpSpPr/>
          <p:nvPr/>
        </p:nvGrpSpPr>
        <p:grpSpPr>
          <a:xfrm>
            <a:off x="13145161" y="6477314"/>
            <a:ext cx="75819" cy="97727"/>
            <a:chOff x="0" y="0"/>
            <a:chExt cx="101092" cy="130302"/>
          </a:xfrm>
        </p:grpSpPr>
        <p:sp>
          <p:nvSpPr>
            <p:cNvPr id="268" name="Google Shape;268;p20"/>
            <p:cNvSpPr/>
            <p:nvPr/>
          </p:nvSpPr>
          <p:spPr>
            <a:xfrm>
              <a:off x="0" y="18669"/>
              <a:ext cx="54102" cy="111633"/>
            </a:xfrm>
            <a:custGeom>
              <a:avLst/>
              <a:gdLst/>
              <a:ahLst/>
              <a:cxnLst/>
              <a:rect l="l" t="t" r="r" b="b"/>
              <a:pathLst>
                <a:path w="54102" h="111633" extrusionOk="0">
                  <a:moveTo>
                    <a:pt x="54102" y="16764"/>
                  </a:moveTo>
                  <a:lnTo>
                    <a:pt x="34290" y="0"/>
                  </a:lnTo>
                  <a:lnTo>
                    <a:pt x="25273" y="5588"/>
                  </a:lnTo>
                  <a:lnTo>
                    <a:pt x="18034" y="14859"/>
                  </a:lnTo>
                  <a:lnTo>
                    <a:pt x="9525" y="27940"/>
                  </a:lnTo>
                  <a:lnTo>
                    <a:pt x="4064" y="42037"/>
                  </a:lnTo>
                  <a:lnTo>
                    <a:pt x="1270" y="57277"/>
                  </a:lnTo>
                  <a:lnTo>
                    <a:pt x="889" y="73533"/>
                  </a:lnTo>
                  <a:lnTo>
                    <a:pt x="889" y="77216"/>
                  </a:lnTo>
                  <a:lnTo>
                    <a:pt x="0" y="81915"/>
                  </a:lnTo>
                  <a:lnTo>
                    <a:pt x="889" y="86614"/>
                  </a:lnTo>
                  <a:lnTo>
                    <a:pt x="889" y="102362"/>
                  </a:lnTo>
                  <a:lnTo>
                    <a:pt x="7239" y="111633"/>
                  </a:lnTo>
                  <a:lnTo>
                    <a:pt x="18034" y="110744"/>
                  </a:lnTo>
                  <a:lnTo>
                    <a:pt x="28829" y="110744"/>
                  </a:lnTo>
                  <a:lnTo>
                    <a:pt x="35179" y="101473"/>
                  </a:lnTo>
                  <a:lnTo>
                    <a:pt x="35179" y="80010"/>
                  </a:lnTo>
                  <a:lnTo>
                    <a:pt x="34290" y="75311"/>
                  </a:lnTo>
                  <a:lnTo>
                    <a:pt x="35179" y="70612"/>
                  </a:lnTo>
                  <a:lnTo>
                    <a:pt x="38862" y="58547"/>
                  </a:lnTo>
                  <a:lnTo>
                    <a:pt x="40640" y="46355"/>
                  </a:lnTo>
                  <a:lnTo>
                    <a:pt x="51435" y="25908"/>
                  </a:lnTo>
                  <a:lnTo>
                    <a:pt x="54102" y="166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9" name="Google Shape;269;p20"/>
            <p:cNvSpPr/>
            <p:nvPr/>
          </p:nvSpPr>
          <p:spPr>
            <a:xfrm>
              <a:off x="50546" y="0"/>
              <a:ext cx="50546" cy="38100"/>
            </a:xfrm>
            <a:custGeom>
              <a:avLst/>
              <a:gdLst/>
              <a:ahLst/>
              <a:cxnLst/>
              <a:rect l="l" t="t" r="r" b="b"/>
              <a:pathLst>
                <a:path w="50546" h="38100" extrusionOk="0">
                  <a:moveTo>
                    <a:pt x="50419" y="7493"/>
                  </a:moveTo>
                  <a:lnTo>
                    <a:pt x="42291" y="0"/>
                  </a:lnTo>
                  <a:lnTo>
                    <a:pt x="12573" y="0"/>
                  </a:lnTo>
                  <a:lnTo>
                    <a:pt x="889" y="8382"/>
                  </a:lnTo>
                  <a:lnTo>
                    <a:pt x="0" y="20447"/>
                  </a:lnTo>
                  <a:lnTo>
                    <a:pt x="0" y="29718"/>
                  </a:lnTo>
                  <a:lnTo>
                    <a:pt x="8128" y="37211"/>
                  </a:lnTo>
                  <a:lnTo>
                    <a:pt x="19050" y="37211"/>
                  </a:lnTo>
                  <a:lnTo>
                    <a:pt x="39751" y="38100"/>
                  </a:lnTo>
                  <a:lnTo>
                    <a:pt x="50546" y="30607"/>
                  </a:lnTo>
                  <a:lnTo>
                    <a:pt x="50546" y="74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70" name="Google Shape;270;p20"/>
          <p:cNvSpPr txBox="1"/>
          <p:nvPr/>
        </p:nvSpPr>
        <p:spPr>
          <a:xfrm>
            <a:off x="12709398" y="7384770"/>
            <a:ext cx="5148834" cy="202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Также для наших исполнителей  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всегда работает горячая линия,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где каждый вопрос разбирается  системно, а не точечно.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0CF1D"/>
                </a:solidFill>
                <a:latin typeface="Arimo"/>
                <a:ea typeface="Arimo"/>
                <a:cs typeface="Arimo"/>
                <a:sym typeface="Arimo"/>
              </a:rPr>
              <a:t>8 (800) 500-68-02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1179615" y="3212233"/>
            <a:ext cx="5494562" cy="48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ЛЮДИ - ЭТО ГЛАВНОЕ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1179615" y="2848295"/>
            <a:ext cx="4620192" cy="36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Слоган нашей компании: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1179614" y="3962921"/>
            <a:ext cx="6850482" cy="184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Поэтому кроме материальной мотивации для нашего персонала, мы разработали систему нематериальной мотивации, направленную на поднятие командного духа и эффективности исполнителей.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1258182" y="5888487"/>
            <a:ext cx="2660104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1216560" y="7054271"/>
            <a:ext cx="2660104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1258179" y="8221524"/>
            <a:ext cx="2660104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2424009" y="6360571"/>
            <a:ext cx="1798382" cy="36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АКЦИИ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2375066" y="7210527"/>
            <a:ext cx="2897220" cy="73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КОРПОРАТИВНЫЕ МЕРОПРИЯТИЯ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2375066" y="8312962"/>
            <a:ext cx="2627454" cy="73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ТЕМАТИЧЕСКИЕ КОНКУРСЫ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281" name="Google Shape;281;p20"/>
          <p:cNvSpPr txBox="1"/>
          <p:nvPr/>
        </p:nvSpPr>
        <p:spPr>
          <a:xfrm>
            <a:off x="2588235" y="624615"/>
            <a:ext cx="15699763" cy="1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КЛЮЧЕВЫЕ СОСТАВЛЯЮЩИЕ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2588236" y="1753980"/>
            <a:ext cx="9942125" cy="48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УСЛУГИ АУТСОРСИНГА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/>
          <p:nvPr/>
        </p:nvSpPr>
        <p:spPr>
          <a:xfrm>
            <a:off x="7303600" y="2906177"/>
            <a:ext cx="14350174" cy="6063615"/>
          </a:xfrm>
          <a:custGeom>
            <a:avLst/>
            <a:gdLst/>
            <a:ahLst/>
            <a:cxnLst/>
            <a:rect l="l" t="t" r="r" b="b"/>
            <a:pathLst>
              <a:path w="19133565" h="8084820" extrusionOk="0">
                <a:moveTo>
                  <a:pt x="0" y="4042410"/>
                </a:moveTo>
                <a:cubicBezTo>
                  <a:pt x="0" y="1809877"/>
                  <a:pt x="1809877" y="0"/>
                  <a:pt x="4042410" y="0"/>
                </a:cubicBezTo>
                <a:lnTo>
                  <a:pt x="15091156" y="0"/>
                </a:lnTo>
                <a:cubicBezTo>
                  <a:pt x="17323688" y="0"/>
                  <a:pt x="19133565" y="1809877"/>
                  <a:pt x="19133565" y="4042410"/>
                </a:cubicBezTo>
                <a:cubicBezTo>
                  <a:pt x="19133565" y="6274943"/>
                  <a:pt x="17323688" y="8084820"/>
                  <a:pt x="15091156" y="8084820"/>
                </a:cubicBezTo>
                <a:lnTo>
                  <a:pt x="4042410" y="8084820"/>
                </a:lnTo>
                <a:cubicBezTo>
                  <a:pt x="1809877" y="8084820"/>
                  <a:pt x="0" y="6274943"/>
                  <a:pt x="0" y="4042410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7070157" y="2728912"/>
            <a:ext cx="14498955" cy="6196203"/>
          </a:xfrm>
          <a:custGeom>
            <a:avLst/>
            <a:gdLst/>
            <a:ahLst/>
            <a:cxnLst/>
            <a:rect l="l" t="t" r="r" b="b"/>
            <a:pathLst>
              <a:path w="19331939" h="8261604" extrusionOk="0">
                <a:moveTo>
                  <a:pt x="8255" y="4010914"/>
                </a:moveTo>
                <a:cubicBezTo>
                  <a:pt x="10668" y="3972560"/>
                  <a:pt x="13462" y="3934460"/>
                  <a:pt x="16891" y="3896360"/>
                </a:cubicBezTo>
                <a:lnTo>
                  <a:pt x="54864" y="3899789"/>
                </a:lnTo>
                <a:cubicBezTo>
                  <a:pt x="51562" y="3937508"/>
                  <a:pt x="48641" y="3975354"/>
                  <a:pt x="46355" y="4013327"/>
                </a:cubicBezTo>
                <a:close/>
                <a:moveTo>
                  <a:pt x="71247" y="3746627"/>
                </a:moveTo>
                <a:cubicBezTo>
                  <a:pt x="75946" y="3708654"/>
                  <a:pt x="81280" y="3670808"/>
                  <a:pt x="86995" y="3633089"/>
                </a:cubicBezTo>
                <a:lnTo>
                  <a:pt x="124714" y="3638804"/>
                </a:lnTo>
                <a:cubicBezTo>
                  <a:pt x="118999" y="3676142"/>
                  <a:pt x="113792" y="3713607"/>
                  <a:pt x="109093" y="3751326"/>
                </a:cubicBezTo>
                <a:close/>
                <a:moveTo>
                  <a:pt x="150622" y="3486785"/>
                </a:moveTo>
                <a:cubicBezTo>
                  <a:pt x="157734" y="3449066"/>
                  <a:pt x="165354" y="3411601"/>
                  <a:pt x="173482" y="3374263"/>
                </a:cubicBezTo>
                <a:lnTo>
                  <a:pt x="210693" y="3382391"/>
                </a:lnTo>
                <a:cubicBezTo>
                  <a:pt x="202692" y="3419348"/>
                  <a:pt x="195072" y="3456559"/>
                  <a:pt x="187960" y="3493897"/>
                </a:cubicBezTo>
                <a:close/>
                <a:moveTo>
                  <a:pt x="245999" y="3232531"/>
                </a:moveTo>
                <a:cubicBezTo>
                  <a:pt x="255524" y="3195320"/>
                  <a:pt x="265557" y="3158363"/>
                  <a:pt x="275971" y="3121533"/>
                </a:cubicBezTo>
                <a:lnTo>
                  <a:pt x="312674" y="3131947"/>
                </a:lnTo>
                <a:cubicBezTo>
                  <a:pt x="302260" y="3168396"/>
                  <a:pt x="292354" y="3205099"/>
                  <a:pt x="282956" y="3241929"/>
                </a:cubicBezTo>
                <a:close/>
                <a:moveTo>
                  <a:pt x="357505" y="2984627"/>
                </a:moveTo>
                <a:cubicBezTo>
                  <a:pt x="369316" y="2948178"/>
                  <a:pt x="381635" y="2911983"/>
                  <a:pt x="394335" y="2875915"/>
                </a:cubicBezTo>
                <a:lnTo>
                  <a:pt x="430276" y="2888615"/>
                </a:lnTo>
                <a:cubicBezTo>
                  <a:pt x="417576" y="2924302"/>
                  <a:pt x="405384" y="2960243"/>
                  <a:pt x="393700" y="2996311"/>
                </a:cubicBezTo>
                <a:close/>
                <a:moveTo>
                  <a:pt x="484378" y="2744216"/>
                </a:moveTo>
                <a:cubicBezTo>
                  <a:pt x="498475" y="2708656"/>
                  <a:pt x="512953" y="2673223"/>
                  <a:pt x="528066" y="2638171"/>
                </a:cubicBezTo>
                <a:lnTo>
                  <a:pt x="563118" y="2653157"/>
                </a:lnTo>
                <a:cubicBezTo>
                  <a:pt x="548259" y="2687955"/>
                  <a:pt x="533781" y="2723007"/>
                  <a:pt x="519811" y="2758313"/>
                </a:cubicBezTo>
                <a:close/>
                <a:moveTo>
                  <a:pt x="626110" y="2512568"/>
                </a:moveTo>
                <a:cubicBezTo>
                  <a:pt x="642366" y="2477897"/>
                  <a:pt x="659130" y="2443480"/>
                  <a:pt x="676402" y="2409317"/>
                </a:cubicBezTo>
                <a:lnTo>
                  <a:pt x="710438" y="2426462"/>
                </a:lnTo>
                <a:cubicBezTo>
                  <a:pt x="693420" y="2460244"/>
                  <a:pt x="676783" y="2494407"/>
                  <a:pt x="660654" y="2528824"/>
                </a:cubicBezTo>
                <a:close/>
                <a:moveTo>
                  <a:pt x="782193" y="2290191"/>
                </a:moveTo>
                <a:cubicBezTo>
                  <a:pt x="800608" y="2256663"/>
                  <a:pt x="819531" y="2223262"/>
                  <a:pt x="838835" y="2190242"/>
                </a:cubicBezTo>
                <a:lnTo>
                  <a:pt x="871728" y="2209546"/>
                </a:lnTo>
                <a:cubicBezTo>
                  <a:pt x="852551" y="2242312"/>
                  <a:pt x="833882" y="2275332"/>
                  <a:pt x="815594" y="2308606"/>
                </a:cubicBezTo>
                <a:close/>
                <a:moveTo>
                  <a:pt x="951992" y="2077974"/>
                </a:moveTo>
                <a:cubicBezTo>
                  <a:pt x="972439" y="2045589"/>
                  <a:pt x="993394" y="2013585"/>
                  <a:pt x="1014730" y="1981835"/>
                </a:cubicBezTo>
                <a:lnTo>
                  <a:pt x="1046353" y="2003044"/>
                </a:lnTo>
                <a:cubicBezTo>
                  <a:pt x="1025144" y="2034540"/>
                  <a:pt x="1004443" y="2066290"/>
                  <a:pt x="984123" y="2098294"/>
                </a:cubicBezTo>
                <a:close/>
                <a:moveTo>
                  <a:pt x="1134618" y="1876679"/>
                </a:moveTo>
                <a:cubicBezTo>
                  <a:pt x="1157097" y="1845691"/>
                  <a:pt x="1179957" y="1815084"/>
                  <a:pt x="1203325" y="1784731"/>
                </a:cubicBezTo>
                <a:lnTo>
                  <a:pt x="1233551" y="1807972"/>
                </a:lnTo>
                <a:cubicBezTo>
                  <a:pt x="1210437" y="1838071"/>
                  <a:pt x="1187831" y="1868424"/>
                  <a:pt x="1165479" y="1899158"/>
                </a:cubicBezTo>
                <a:close/>
                <a:moveTo>
                  <a:pt x="976630" y="1560449"/>
                </a:moveTo>
                <a:cubicBezTo>
                  <a:pt x="1001014" y="1530985"/>
                  <a:pt x="1025779" y="1501775"/>
                  <a:pt x="1050925" y="1472946"/>
                </a:cubicBezTo>
                <a:lnTo>
                  <a:pt x="1079627" y="1497965"/>
                </a:lnTo>
                <a:cubicBezTo>
                  <a:pt x="1054735" y="1526540"/>
                  <a:pt x="1030224" y="1555496"/>
                  <a:pt x="1005967" y="1584706"/>
                </a:cubicBezTo>
                <a:close/>
                <a:moveTo>
                  <a:pt x="1182878" y="1383538"/>
                </a:moveTo>
                <a:cubicBezTo>
                  <a:pt x="1209040" y="1355598"/>
                  <a:pt x="1235583" y="1328039"/>
                  <a:pt x="1262380" y="1300734"/>
                </a:cubicBezTo>
                <a:lnTo>
                  <a:pt x="1289431" y="1327531"/>
                </a:lnTo>
                <a:cubicBezTo>
                  <a:pt x="1262761" y="1354582"/>
                  <a:pt x="1236472" y="1381887"/>
                  <a:pt x="1210564" y="1409573"/>
                </a:cubicBezTo>
                <a:close/>
                <a:moveTo>
                  <a:pt x="1342517" y="1169670"/>
                </a:moveTo>
                <a:cubicBezTo>
                  <a:pt x="1370330" y="1143381"/>
                  <a:pt x="1398524" y="1117473"/>
                  <a:pt x="1427099" y="1091946"/>
                </a:cubicBezTo>
                <a:lnTo>
                  <a:pt x="1452499" y="1120394"/>
                </a:lnTo>
                <a:cubicBezTo>
                  <a:pt x="1424178" y="1145667"/>
                  <a:pt x="1396238" y="1171321"/>
                  <a:pt x="1368679" y="1197356"/>
                </a:cubicBezTo>
                <a:close/>
                <a:moveTo>
                  <a:pt x="1543050" y="991997"/>
                </a:moveTo>
                <a:cubicBezTo>
                  <a:pt x="1572387" y="967486"/>
                  <a:pt x="1602232" y="943483"/>
                  <a:pt x="1632204" y="919734"/>
                </a:cubicBezTo>
                <a:lnTo>
                  <a:pt x="1655826" y="949706"/>
                </a:lnTo>
                <a:cubicBezTo>
                  <a:pt x="1625981" y="973201"/>
                  <a:pt x="1596517" y="997077"/>
                  <a:pt x="1567434" y="1021334"/>
                </a:cubicBezTo>
                <a:close/>
                <a:moveTo>
                  <a:pt x="1778508" y="856488"/>
                </a:moveTo>
                <a:cubicBezTo>
                  <a:pt x="1809369" y="833882"/>
                  <a:pt x="1840611" y="811657"/>
                  <a:pt x="1871980" y="789940"/>
                </a:cubicBezTo>
                <a:lnTo>
                  <a:pt x="1893697" y="821309"/>
                </a:lnTo>
                <a:cubicBezTo>
                  <a:pt x="1862455" y="842899"/>
                  <a:pt x="1831594" y="864870"/>
                  <a:pt x="1800987" y="887349"/>
                </a:cubicBezTo>
                <a:close/>
                <a:moveTo>
                  <a:pt x="2021840" y="735965"/>
                </a:moveTo>
                <a:cubicBezTo>
                  <a:pt x="2054098" y="715391"/>
                  <a:pt x="2086610" y="695071"/>
                  <a:pt x="2119376" y="675259"/>
                </a:cubicBezTo>
                <a:lnTo>
                  <a:pt x="2092198" y="647700"/>
                </a:lnTo>
                <a:cubicBezTo>
                  <a:pt x="2059686" y="667258"/>
                  <a:pt x="2027428" y="687324"/>
                  <a:pt x="1995551" y="707771"/>
                </a:cubicBezTo>
                <a:close/>
                <a:moveTo>
                  <a:pt x="2225548" y="570357"/>
                </a:moveTo>
                <a:cubicBezTo>
                  <a:pt x="2258949" y="551815"/>
                  <a:pt x="2292604" y="533654"/>
                  <a:pt x="2326640" y="516001"/>
                </a:cubicBezTo>
                <a:lnTo>
                  <a:pt x="2344293" y="549783"/>
                </a:lnTo>
                <a:cubicBezTo>
                  <a:pt x="2310638" y="567309"/>
                  <a:pt x="2277237" y="585343"/>
                  <a:pt x="2244090" y="603758"/>
                </a:cubicBezTo>
                <a:close/>
                <a:moveTo>
                  <a:pt x="2482215" y="481076"/>
                </a:moveTo>
                <a:cubicBezTo>
                  <a:pt x="2516759" y="464693"/>
                  <a:pt x="2551430" y="448691"/>
                  <a:pt x="2586482" y="433070"/>
                </a:cubicBezTo>
                <a:lnTo>
                  <a:pt x="2601976" y="467868"/>
                </a:lnTo>
                <a:cubicBezTo>
                  <a:pt x="2567305" y="483235"/>
                  <a:pt x="2532888" y="499110"/>
                  <a:pt x="2498725" y="515366"/>
                </a:cubicBezTo>
                <a:close/>
                <a:moveTo>
                  <a:pt x="2743962" y="407797"/>
                </a:moveTo>
                <a:cubicBezTo>
                  <a:pt x="2779395" y="393573"/>
                  <a:pt x="2815209" y="379730"/>
                  <a:pt x="2851150" y="366395"/>
                </a:cubicBezTo>
                <a:lnTo>
                  <a:pt x="2864358" y="402082"/>
                </a:lnTo>
                <a:cubicBezTo>
                  <a:pt x="2828671" y="415290"/>
                  <a:pt x="2793365" y="429006"/>
                  <a:pt x="2758186" y="443103"/>
                </a:cubicBezTo>
                <a:close/>
                <a:moveTo>
                  <a:pt x="3009773" y="351155"/>
                </a:moveTo>
                <a:cubicBezTo>
                  <a:pt x="3046095" y="339217"/>
                  <a:pt x="3082544" y="327660"/>
                  <a:pt x="3119247" y="316611"/>
                </a:cubicBezTo>
                <a:lnTo>
                  <a:pt x="3130169" y="353060"/>
                </a:lnTo>
                <a:cubicBezTo>
                  <a:pt x="3093720" y="363982"/>
                  <a:pt x="3057652" y="375412"/>
                  <a:pt x="3021584" y="387350"/>
                </a:cubicBezTo>
                <a:close/>
                <a:moveTo>
                  <a:pt x="3278505" y="311277"/>
                </a:moveTo>
                <a:cubicBezTo>
                  <a:pt x="3315462" y="301625"/>
                  <a:pt x="3352546" y="292354"/>
                  <a:pt x="3389884" y="283718"/>
                </a:cubicBezTo>
                <a:lnTo>
                  <a:pt x="3398520" y="320802"/>
                </a:lnTo>
                <a:cubicBezTo>
                  <a:pt x="3361563" y="329438"/>
                  <a:pt x="3324733" y="338582"/>
                  <a:pt x="3288157" y="348107"/>
                </a:cubicBezTo>
                <a:close/>
                <a:moveTo>
                  <a:pt x="3549269" y="288417"/>
                </a:moveTo>
                <a:cubicBezTo>
                  <a:pt x="3586734" y="281051"/>
                  <a:pt x="3624326" y="274193"/>
                  <a:pt x="3662172" y="267843"/>
                </a:cubicBezTo>
                <a:lnTo>
                  <a:pt x="3668522" y="305435"/>
                </a:lnTo>
                <a:cubicBezTo>
                  <a:pt x="3631057" y="311785"/>
                  <a:pt x="3593719" y="318516"/>
                  <a:pt x="3556635" y="325755"/>
                </a:cubicBezTo>
                <a:close/>
                <a:moveTo>
                  <a:pt x="3820795" y="282448"/>
                </a:moveTo>
                <a:cubicBezTo>
                  <a:pt x="3858641" y="277495"/>
                  <a:pt x="3896741" y="272923"/>
                  <a:pt x="3934968" y="268986"/>
                </a:cubicBezTo>
                <a:lnTo>
                  <a:pt x="3938905" y="306832"/>
                </a:lnTo>
                <a:cubicBezTo>
                  <a:pt x="3901059" y="310769"/>
                  <a:pt x="3863340" y="315214"/>
                  <a:pt x="3825748" y="320167"/>
                </a:cubicBezTo>
                <a:close/>
                <a:moveTo>
                  <a:pt x="3988435" y="10414"/>
                </a:moveTo>
                <a:cubicBezTo>
                  <a:pt x="4026535" y="7747"/>
                  <a:pt x="4064762" y="5588"/>
                  <a:pt x="4103116" y="4064"/>
                </a:cubicBezTo>
                <a:lnTo>
                  <a:pt x="4104767" y="42164"/>
                </a:lnTo>
                <a:cubicBezTo>
                  <a:pt x="4066794" y="43815"/>
                  <a:pt x="4028821" y="45847"/>
                  <a:pt x="3991102" y="48514"/>
                </a:cubicBezTo>
                <a:close/>
                <a:moveTo>
                  <a:pt x="4256151" y="127"/>
                </a:moveTo>
                <a:cubicBezTo>
                  <a:pt x="4267200" y="0"/>
                  <a:pt x="4278376" y="0"/>
                  <a:pt x="4289552" y="0"/>
                </a:cubicBezTo>
                <a:lnTo>
                  <a:pt x="4370832" y="0"/>
                </a:lnTo>
                <a:lnTo>
                  <a:pt x="4370832" y="38100"/>
                </a:lnTo>
                <a:lnTo>
                  <a:pt x="4289552" y="38100"/>
                </a:lnTo>
                <a:lnTo>
                  <a:pt x="4289552" y="19050"/>
                </a:lnTo>
                <a:lnTo>
                  <a:pt x="4289552" y="38100"/>
                </a:lnTo>
                <a:cubicBezTo>
                  <a:pt x="4278503" y="38100"/>
                  <a:pt x="4267454" y="38100"/>
                  <a:pt x="4256532" y="38227"/>
                </a:cubicBezTo>
                <a:close/>
                <a:moveTo>
                  <a:pt x="4523232" y="0"/>
                </a:moveTo>
                <a:lnTo>
                  <a:pt x="4637532" y="0"/>
                </a:lnTo>
                <a:lnTo>
                  <a:pt x="4637532" y="38100"/>
                </a:lnTo>
                <a:lnTo>
                  <a:pt x="4523232" y="38100"/>
                </a:lnTo>
                <a:close/>
                <a:moveTo>
                  <a:pt x="4789932" y="38100"/>
                </a:moveTo>
                <a:lnTo>
                  <a:pt x="4904232" y="38100"/>
                </a:lnTo>
                <a:lnTo>
                  <a:pt x="4789932" y="38100"/>
                </a:lnTo>
                <a:close/>
                <a:moveTo>
                  <a:pt x="5056632" y="38100"/>
                </a:moveTo>
                <a:lnTo>
                  <a:pt x="5170932" y="38100"/>
                </a:lnTo>
                <a:lnTo>
                  <a:pt x="5056632" y="38100"/>
                </a:lnTo>
                <a:close/>
                <a:moveTo>
                  <a:pt x="5323332" y="38100"/>
                </a:moveTo>
                <a:lnTo>
                  <a:pt x="5437632" y="38100"/>
                </a:lnTo>
                <a:lnTo>
                  <a:pt x="5323332" y="38100"/>
                </a:lnTo>
                <a:close/>
                <a:moveTo>
                  <a:pt x="5590032" y="38100"/>
                </a:moveTo>
                <a:lnTo>
                  <a:pt x="5704332" y="38100"/>
                </a:lnTo>
                <a:lnTo>
                  <a:pt x="5590032" y="38100"/>
                </a:lnTo>
                <a:close/>
                <a:moveTo>
                  <a:pt x="5856732" y="38100"/>
                </a:moveTo>
                <a:lnTo>
                  <a:pt x="5971032" y="38100"/>
                </a:lnTo>
                <a:lnTo>
                  <a:pt x="5856732" y="38100"/>
                </a:lnTo>
                <a:close/>
                <a:moveTo>
                  <a:pt x="6123432" y="38100"/>
                </a:moveTo>
                <a:lnTo>
                  <a:pt x="6237732" y="38100"/>
                </a:lnTo>
                <a:lnTo>
                  <a:pt x="6123432" y="38100"/>
                </a:lnTo>
                <a:close/>
                <a:moveTo>
                  <a:pt x="6390132" y="38100"/>
                </a:moveTo>
                <a:lnTo>
                  <a:pt x="6504432" y="38100"/>
                </a:lnTo>
                <a:lnTo>
                  <a:pt x="6390132" y="38100"/>
                </a:lnTo>
                <a:close/>
                <a:moveTo>
                  <a:pt x="6656832" y="38100"/>
                </a:moveTo>
                <a:lnTo>
                  <a:pt x="6771132" y="38100"/>
                </a:lnTo>
                <a:lnTo>
                  <a:pt x="6656832" y="38100"/>
                </a:lnTo>
                <a:close/>
                <a:moveTo>
                  <a:pt x="6923532" y="38100"/>
                </a:moveTo>
                <a:lnTo>
                  <a:pt x="7037832" y="38100"/>
                </a:lnTo>
                <a:lnTo>
                  <a:pt x="6923532" y="38100"/>
                </a:lnTo>
                <a:close/>
                <a:moveTo>
                  <a:pt x="7190232" y="38100"/>
                </a:moveTo>
                <a:lnTo>
                  <a:pt x="7304532" y="38100"/>
                </a:lnTo>
                <a:lnTo>
                  <a:pt x="7190232" y="38100"/>
                </a:lnTo>
                <a:close/>
                <a:moveTo>
                  <a:pt x="7456932" y="38100"/>
                </a:moveTo>
                <a:lnTo>
                  <a:pt x="7571232" y="38100"/>
                </a:lnTo>
                <a:lnTo>
                  <a:pt x="7456932" y="38100"/>
                </a:lnTo>
                <a:close/>
                <a:moveTo>
                  <a:pt x="7723632" y="38100"/>
                </a:moveTo>
                <a:lnTo>
                  <a:pt x="7837932" y="38100"/>
                </a:lnTo>
                <a:lnTo>
                  <a:pt x="7723632" y="38100"/>
                </a:lnTo>
                <a:close/>
                <a:moveTo>
                  <a:pt x="7990332" y="38100"/>
                </a:moveTo>
                <a:lnTo>
                  <a:pt x="8104632" y="38100"/>
                </a:lnTo>
                <a:lnTo>
                  <a:pt x="7990332" y="38100"/>
                </a:lnTo>
                <a:close/>
                <a:moveTo>
                  <a:pt x="8257032" y="38100"/>
                </a:moveTo>
                <a:lnTo>
                  <a:pt x="8371332" y="38100"/>
                </a:lnTo>
                <a:lnTo>
                  <a:pt x="8257032" y="38100"/>
                </a:lnTo>
                <a:close/>
                <a:moveTo>
                  <a:pt x="8523732" y="38100"/>
                </a:moveTo>
                <a:lnTo>
                  <a:pt x="8638032" y="38100"/>
                </a:lnTo>
                <a:lnTo>
                  <a:pt x="8523732" y="38100"/>
                </a:lnTo>
                <a:close/>
                <a:moveTo>
                  <a:pt x="8790432" y="38100"/>
                </a:moveTo>
                <a:lnTo>
                  <a:pt x="8904732" y="38100"/>
                </a:lnTo>
                <a:lnTo>
                  <a:pt x="8790432" y="38100"/>
                </a:lnTo>
                <a:close/>
                <a:moveTo>
                  <a:pt x="9057132" y="38100"/>
                </a:moveTo>
                <a:lnTo>
                  <a:pt x="9171432" y="38100"/>
                </a:lnTo>
                <a:lnTo>
                  <a:pt x="9057132" y="38100"/>
                </a:lnTo>
                <a:close/>
                <a:moveTo>
                  <a:pt x="9323832" y="38100"/>
                </a:moveTo>
                <a:lnTo>
                  <a:pt x="9438132" y="38100"/>
                </a:lnTo>
                <a:lnTo>
                  <a:pt x="9323832" y="38100"/>
                </a:lnTo>
                <a:close/>
                <a:moveTo>
                  <a:pt x="9590532" y="38100"/>
                </a:moveTo>
                <a:lnTo>
                  <a:pt x="9704832" y="38100"/>
                </a:lnTo>
                <a:lnTo>
                  <a:pt x="9590532" y="38100"/>
                </a:lnTo>
                <a:close/>
                <a:moveTo>
                  <a:pt x="9857232" y="38100"/>
                </a:moveTo>
                <a:lnTo>
                  <a:pt x="9971532" y="38100"/>
                </a:lnTo>
                <a:lnTo>
                  <a:pt x="9857232" y="38100"/>
                </a:lnTo>
                <a:close/>
                <a:moveTo>
                  <a:pt x="10123932" y="38100"/>
                </a:moveTo>
                <a:lnTo>
                  <a:pt x="10238232" y="38100"/>
                </a:lnTo>
                <a:lnTo>
                  <a:pt x="10123932" y="38100"/>
                </a:lnTo>
                <a:close/>
                <a:moveTo>
                  <a:pt x="10390632" y="38100"/>
                </a:moveTo>
                <a:lnTo>
                  <a:pt x="10504932" y="38100"/>
                </a:lnTo>
                <a:lnTo>
                  <a:pt x="10390632" y="38100"/>
                </a:lnTo>
                <a:close/>
                <a:moveTo>
                  <a:pt x="10657332" y="38100"/>
                </a:moveTo>
                <a:lnTo>
                  <a:pt x="10771632" y="38100"/>
                </a:lnTo>
                <a:lnTo>
                  <a:pt x="10657332" y="38100"/>
                </a:lnTo>
                <a:close/>
                <a:moveTo>
                  <a:pt x="10924032" y="38100"/>
                </a:moveTo>
                <a:lnTo>
                  <a:pt x="11038332" y="38100"/>
                </a:lnTo>
                <a:lnTo>
                  <a:pt x="10924032" y="38100"/>
                </a:lnTo>
                <a:close/>
                <a:moveTo>
                  <a:pt x="11190732" y="38100"/>
                </a:moveTo>
                <a:lnTo>
                  <a:pt x="11305032" y="38100"/>
                </a:lnTo>
                <a:lnTo>
                  <a:pt x="11190732" y="38100"/>
                </a:lnTo>
                <a:close/>
                <a:moveTo>
                  <a:pt x="11457432" y="38100"/>
                </a:moveTo>
                <a:lnTo>
                  <a:pt x="11571732" y="38100"/>
                </a:lnTo>
                <a:lnTo>
                  <a:pt x="11457432" y="38100"/>
                </a:lnTo>
                <a:close/>
                <a:moveTo>
                  <a:pt x="11724132" y="38100"/>
                </a:moveTo>
                <a:lnTo>
                  <a:pt x="11838432" y="38100"/>
                </a:lnTo>
                <a:lnTo>
                  <a:pt x="11724132" y="38100"/>
                </a:lnTo>
                <a:close/>
                <a:moveTo>
                  <a:pt x="11990832" y="38100"/>
                </a:moveTo>
                <a:lnTo>
                  <a:pt x="12105132" y="38100"/>
                </a:lnTo>
                <a:lnTo>
                  <a:pt x="11990832" y="38100"/>
                </a:lnTo>
                <a:close/>
                <a:moveTo>
                  <a:pt x="12257532" y="38100"/>
                </a:moveTo>
                <a:lnTo>
                  <a:pt x="12371832" y="38100"/>
                </a:lnTo>
                <a:lnTo>
                  <a:pt x="12257532" y="38100"/>
                </a:lnTo>
                <a:close/>
                <a:moveTo>
                  <a:pt x="12524232" y="38100"/>
                </a:moveTo>
                <a:lnTo>
                  <a:pt x="12638532" y="38100"/>
                </a:lnTo>
                <a:lnTo>
                  <a:pt x="12524232" y="38100"/>
                </a:lnTo>
                <a:close/>
                <a:moveTo>
                  <a:pt x="12790932" y="38100"/>
                </a:moveTo>
                <a:lnTo>
                  <a:pt x="12905232" y="38100"/>
                </a:lnTo>
                <a:lnTo>
                  <a:pt x="12790932" y="38100"/>
                </a:lnTo>
                <a:close/>
                <a:moveTo>
                  <a:pt x="13057632" y="38100"/>
                </a:moveTo>
                <a:lnTo>
                  <a:pt x="13171932" y="38100"/>
                </a:lnTo>
                <a:lnTo>
                  <a:pt x="13057632" y="38100"/>
                </a:lnTo>
                <a:close/>
                <a:moveTo>
                  <a:pt x="13324332" y="38100"/>
                </a:moveTo>
                <a:lnTo>
                  <a:pt x="13438632" y="38100"/>
                </a:lnTo>
                <a:lnTo>
                  <a:pt x="13324332" y="38100"/>
                </a:lnTo>
                <a:close/>
                <a:moveTo>
                  <a:pt x="13591032" y="38100"/>
                </a:moveTo>
                <a:lnTo>
                  <a:pt x="13705332" y="38100"/>
                </a:lnTo>
                <a:lnTo>
                  <a:pt x="13591032" y="38100"/>
                </a:lnTo>
                <a:close/>
                <a:moveTo>
                  <a:pt x="13857732" y="38100"/>
                </a:moveTo>
                <a:lnTo>
                  <a:pt x="13972032" y="38100"/>
                </a:lnTo>
                <a:lnTo>
                  <a:pt x="13857732" y="38100"/>
                </a:lnTo>
                <a:close/>
                <a:moveTo>
                  <a:pt x="14124432" y="38100"/>
                </a:moveTo>
                <a:lnTo>
                  <a:pt x="14238732" y="38100"/>
                </a:lnTo>
                <a:lnTo>
                  <a:pt x="14124432" y="38100"/>
                </a:lnTo>
                <a:close/>
                <a:moveTo>
                  <a:pt x="14391132" y="38100"/>
                </a:moveTo>
                <a:lnTo>
                  <a:pt x="14505432" y="38100"/>
                </a:lnTo>
                <a:lnTo>
                  <a:pt x="14391132" y="38100"/>
                </a:lnTo>
                <a:close/>
                <a:moveTo>
                  <a:pt x="14657832" y="38100"/>
                </a:moveTo>
                <a:lnTo>
                  <a:pt x="14772132" y="38100"/>
                </a:lnTo>
                <a:lnTo>
                  <a:pt x="14657832" y="38100"/>
                </a:lnTo>
                <a:close/>
                <a:moveTo>
                  <a:pt x="14924532" y="38100"/>
                </a:moveTo>
                <a:lnTo>
                  <a:pt x="15038832" y="38100"/>
                </a:lnTo>
                <a:lnTo>
                  <a:pt x="14924532" y="38100"/>
                </a:lnTo>
                <a:close/>
                <a:moveTo>
                  <a:pt x="15191232" y="38100"/>
                </a:moveTo>
                <a:lnTo>
                  <a:pt x="15305532" y="38100"/>
                </a:lnTo>
                <a:lnTo>
                  <a:pt x="15191232" y="38100"/>
                </a:lnTo>
                <a:close/>
                <a:moveTo>
                  <a:pt x="15458060" y="38100"/>
                </a:moveTo>
                <a:cubicBezTo>
                  <a:pt x="15496539" y="38227"/>
                  <a:pt x="15534894" y="38862"/>
                  <a:pt x="15573121" y="39878"/>
                </a:cubicBezTo>
                <a:lnTo>
                  <a:pt x="15571978" y="77978"/>
                </a:lnTo>
                <a:cubicBezTo>
                  <a:pt x="15534132" y="76835"/>
                  <a:pt x="15496032" y="76327"/>
                  <a:pt x="15457932" y="76200"/>
                </a:cubicBezTo>
                <a:close/>
                <a:moveTo>
                  <a:pt x="15725775" y="85090"/>
                </a:moveTo>
                <a:cubicBezTo>
                  <a:pt x="15764002" y="87503"/>
                  <a:pt x="15802229" y="90551"/>
                  <a:pt x="15840202" y="93980"/>
                </a:cubicBezTo>
                <a:lnTo>
                  <a:pt x="15836773" y="131953"/>
                </a:lnTo>
                <a:cubicBezTo>
                  <a:pt x="15799054" y="128524"/>
                  <a:pt x="15761336" y="125603"/>
                  <a:pt x="15723363" y="123190"/>
                </a:cubicBezTo>
                <a:close/>
                <a:moveTo>
                  <a:pt x="15990063" y="148590"/>
                </a:moveTo>
                <a:cubicBezTo>
                  <a:pt x="16028036" y="153416"/>
                  <a:pt x="16065881" y="158750"/>
                  <a:pt x="16103600" y="164465"/>
                </a:cubicBezTo>
                <a:lnTo>
                  <a:pt x="16097758" y="202184"/>
                </a:lnTo>
                <a:cubicBezTo>
                  <a:pt x="16060420" y="196469"/>
                  <a:pt x="16022955" y="191135"/>
                  <a:pt x="15985237" y="186436"/>
                </a:cubicBezTo>
                <a:close/>
                <a:moveTo>
                  <a:pt x="16257015" y="76200"/>
                </a:moveTo>
                <a:cubicBezTo>
                  <a:pt x="16294734" y="83439"/>
                  <a:pt x="16332200" y="91059"/>
                  <a:pt x="16369537" y="99187"/>
                </a:cubicBezTo>
                <a:lnTo>
                  <a:pt x="16361409" y="136398"/>
                </a:lnTo>
                <a:cubicBezTo>
                  <a:pt x="16324453" y="128270"/>
                  <a:pt x="16287242" y="120650"/>
                  <a:pt x="16249904" y="113538"/>
                </a:cubicBezTo>
                <a:close/>
                <a:moveTo>
                  <a:pt x="16511143" y="171831"/>
                </a:moveTo>
                <a:cubicBezTo>
                  <a:pt x="16548354" y="181356"/>
                  <a:pt x="16585310" y="191389"/>
                  <a:pt x="16622140" y="201930"/>
                </a:cubicBezTo>
                <a:lnTo>
                  <a:pt x="16611727" y="238506"/>
                </a:lnTo>
                <a:cubicBezTo>
                  <a:pt x="16575278" y="228092"/>
                  <a:pt x="16538575" y="218186"/>
                  <a:pt x="16501745" y="208661"/>
                </a:cubicBezTo>
                <a:close/>
                <a:moveTo>
                  <a:pt x="16759047" y="283337"/>
                </a:moveTo>
                <a:cubicBezTo>
                  <a:pt x="16795496" y="295148"/>
                  <a:pt x="16831690" y="307467"/>
                  <a:pt x="16867758" y="320294"/>
                </a:cubicBezTo>
                <a:lnTo>
                  <a:pt x="16855058" y="356235"/>
                </a:lnTo>
                <a:cubicBezTo>
                  <a:pt x="16819372" y="343535"/>
                  <a:pt x="16783430" y="331343"/>
                  <a:pt x="16747362" y="319659"/>
                </a:cubicBezTo>
                <a:close/>
                <a:moveTo>
                  <a:pt x="16999457" y="410337"/>
                </a:moveTo>
                <a:cubicBezTo>
                  <a:pt x="17035018" y="424434"/>
                  <a:pt x="17070451" y="438912"/>
                  <a:pt x="17105503" y="454025"/>
                </a:cubicBezTo>
                <a:lnTo>
                  <a:pt x="17090517" y="489077"/>
                </a:lnTo>
                <a:cubicBezTo>
                  <a:pt x="17055719" y="474218"/>
                  <a:pt x="17020667" y="459740"/>
                  <a:pt x="16985360" y="445770"/>
                </a:cubicBezTo>
                <a:close/>
                <a:moveTo>
                  <a:pt x="17231105" y="552069"/>
                </a:moveTo>
                <a:cubicBezTo>
                  <a:pt x="17265777" y="568325"/>
                  <a:pt x="17300194" y="585089"/>
                  <a:pt x="17334356" y="602361"/>
                </a:cubicBezTo>
                <a:lnTo>
                  <a:pt x="17317211" y="636397"/>
                </a:lnTo>
                <a:cubicBezTo>
                  <a:pt x="17283303" y="619379"/>
                  <a:pt x="17249267" y="602742"/>
                  <a:pt x="17214850" y="586613"/>
                </a:cubicBezTo>
                <a:close/>
                <a:moveTo>
                  <a:pt x="17453482" y="708152"/>
                </a:moveTo>
                <a:cubicBezTo>
                  <a:pt x="17487010" y="726567"/>
                  <a:pt x="17520411" y="745490"/>
                  <a:pt x="17553431" y="764794"/>
                </a:cubicBezTo>
                <a:lnTo>
                  <a:pt x="17534254" y="797687"/>
                </a:lnTo>
                <a:cubicBezTo>
                  <a:pt x="17501488" y="778510"/>
                  <a:pt x="17468469" y="759841"/>
                  <a:pt x="17435195" y="741553"/>
                </a:cubicBezTo>
                <a:close/>
                <a:moveTo>
                  <a:pt x="17665827" y="877697"/>
                </a:moveTo>
                <a:cubicBezTo>
                  <a:pt x="17698211" y="898144"/>
                  <a:pt x="17730215" y="919099"/>
                  <a:pt x="17761965" y="940435"/>
                </a:cubicBezTo>
                <a:lnTo>
                  <a:pt x="17740756" y="972058"/>
                </a:lnTo>
                <a:cubicBezTo>
                  <a:pt x="17709260" y="950976"/>
                  <a:pt x="17677510" y="930275"/>
                  <a:pt x="17645506" y="909955"/>
                </a:cubicBezTo>
                <a:close/>
                <a:moveTo>
                  <a:pt x="17867249" y="1060196"/>
                </a:moveTo>
                <a:cubicBezTo>
                  <a:pt x="17898236" y="1082675"/>
                  <a:pt x="17928971" y="1105535"/>
                  <a:pt x="17959324" y="1128776"/>
                </a:cubicBezTo>
                <a:lnTo>
                  <a:pt x="17936209" y="1159002"/>
                </a:lnTo>
                <a:cubicBezTo>
                  <a:pt x="17906110" y="1136015"/>
                  <a:pt x="17875630" y="1113282"/>
                  <a:pt x="17845024" y="1091057"/>
                </a:cubicBezTo>
                <a:close/>
                <a:moveTo>
                  <a:pt x="18176367" y="977900"/>
                </a:moveTo>
                <a:cubicBezTo>
                  <a:pt x="18205957" y="1002284"/>
                  <a:pt x="18235168" y="1026922"/>
                  <a:pt x="18263997" y="1052068"/>
                </a:cubicBezTo>
                <a:lnTo>
                  <a:pt x="18238978" y="1080770"/>
                </a:lnTo>
                <a:cubicBezTo>
                  <a:pt x="18210403" y="1055878"/>
                  <a:pt x="18181447" y="1031367"/>
                  <a:pt x="18152109" y="1007237"/>
                </a:cubicBezTo>
                <a:close/>
                <a:moveTo>
                  <a:pt x="18353405" y="1183894"/>
                </a:moveTo>
                <a:cubicBezTo>
                  <a:pt x="18381345" y="1210056"/>
                  <a:pt x="18409031" y="1236472"/>
                  <a:pt x="18436208" y="1263396"/>
                </a:cubicBezTo>
                <a:lnTo>
                  <a:pt x="18409411" y="1290574"/>
                </a:lnTo>
                <a:cubicBezTo>
                  <a:pt x="18382360" y="1263904"/>
                  <a:pt x="18355056" y="1237742"/>
                  <a:pt x="18327243" y="1211834"/>
                </a:cubicBezTo>
                <a:close/>
                <a:moveTo>
                  <a:pt x="18517234" y="1400683"/>
                </a:moveTo>
                <a:cubicBezTo>
                  <a:pt x="18543524" y="1428496"/>
                  <a:pt x="18569431" y="1456690"/>
                  <a:pt x="18594958" y="1485138"/>
                </a:cubicBezTo>
                <a:lnTo>
                  <a:pt x="18566637" y="1510538"/>
                </a:lnTo>
                <a:cubicBezTo>
                  <a:pt x="18541364" y="1482344"/>
                  <a:pt x="18515583" y="1454404"/>
                  <a:pt x="18489549" y="1426845"/>
                </a:cubicBezTo>
                <a:close/>
                <a:moveTo>
                  <a:pt x="18667476" y="1627124"/>
                </a:moveTo>
                <a:cubicBezTo>
                  <a:pt x="18691986" y="1656461"/>
                  <a:pt x="18716117" y="1686179"/>
                  <a:pt x="18739865" y="1716278"/>
                </a:cubicBezTo>
                <a:lnTo>
                  <a:pt x="18710021" y="1739900"/>
                </a:lnTo>
                <a:cubicBezTo>
                  <a:pt x="18686526" y="1710182"/>
                  <a:pt x="18662650" y="1680718"/>
                  <a:pt x="18638265" y="1651635"/>
                </a:cubicBezTo>
                <a:close/>
                <a:moveTo>
                  <a:pt x="18803365" y="1862582"/>
                </a:moveTo>
                <a:cubicBezTo>
                  <a:pt x="18825972" y="1893443"/>
                  <a:pt x="18848197" y="1924558"/>
                  <a:pt x="18870040" y="1956054"/>
                </a:cubicBezTo>
                <a:lnTo>
                  <a:pt x="18838672" y="1977771"/>
                </a:lnTo>
                <a:cubicBezTo>
                  <a:pt x="18817081" y="1946529"/>
                  <a:pt x="18794983" y="1915668"/>
                  <a:pt x="18772631" y="1885188"/>
                </a:cubicBezTo>
                <a:close/>
                <a:moveTo>
                  <a:pt x="18924270" y="2105914"/>
                </a:moveTo>
                <a:cubicBezTo>
                  <a:pt x="18944971" y="2138172"/>
                  <a:pt x="18965163" y="2170557"/>
                  <a:pt x="18984976" y="2203450"/>
                </a:cubicBezTo>
                <a:lnTo>
                  <a:pt x="18952336" y="2223135"/>
                </a:lnTo>
                <a:cubicBezTo>
                  <a:pt x="18932652" y="2190623"/>
                  <a:pt x="18912585" y="2158492"/>
                  <a:pt x="18892138" y="2126488"/>
                </a:cubicBezTo>
                <a:close/>
                <a:moveTo>
                  <a:pt x="19029680" y="2356358"/>
                </a:moveTo>
                <a:cubicBezTo>
                  <a:pt x="19048222" y="2389759"/>
                  <a:pt x="19066382" y="2423414"/>
                  <a:pt x="19084162" y="2457450"/>
                </a:cubicBezTo>
                <a:lnTo>
                  <a:pt x="19050381" y="2475103"/>
                </a:lnTo>
                <a:cubicBezTo>
                  <a:pt x="19032855" y="2441448"/>
                  <a:pt x="19014821" y="2408047"/>
                  <a:pt x="18996406" y="2375027"/>
                </a:cubicBezTo>
                <a:close/>
                <a:moveTo>
                  <a:pt x="19119214" y="2613025"/>
                </a:moveTo>
                <a:cubicBezTo>
                  <a:pt x="19135725" y="2647569"/>
                  <a:pt x="19151600" y="2682240"/>
                  <a:pt x="19167221" y="2717292"/>
                </a:cubicBezTo>
                <a:lnTo>
                  <a:pt x="19132423" y="2732786"/>
                </a:lnTo>
                <a:cubicBezTo>
                  <a:pt x="19117056" y="2698115"/>
                  <a:pt x="19101181" y="2663698"/>
                  <a:pt x="19084925" y="2629535"/>
                </a:cubicBezTo>
                <a:close/>
                <a:moveTo>
                  <a:pt x="19192494" y="2874772"/>
                </a:moveTo>
                <a:cubicBezTo>
                  <a:pt x="19206718" y="2910332"/>
                  <a:pt x="19220560" y="2946019"/>
                  <a:pt x="19233896" y="2981960"/>
                </a:cubicBezTo>
                <a:lnTo>
                  <a:pt x="19198208" y="2995168"/>
                </a:lnTo>
                <a:cubicBezTo>
                  <a:pt x="19185001" y="2959481"/>
                  <a:pt x="19171284" y="2924175"/>
                  <a:pt x="19157187" y="2888996"/>
                </a:cubicBezTo>
                <a:close/>
                <a:moveTo>
                  <a:pt x="19249135" y="3140583"/>
                </a:moveTo>
                <a:cubicBezTo>
                  <a:pt x="19261074" y="3176905"/>
                  <a:pt x="19272631" y="3213354"/>
                  <a:pt x="19283680" y="3250057"/>
                </a:cubicBezTo>
                <a:lnTo>
                  <a:pt x="19247231" y="3260979"/>
                </a:lnTo>
                <a:cubicBezTo>
                  <a:pt x="19236308" y="3224530"/>
                  <a:pt x="19224879" y="3188462"/>
                  <a:pt x="19213068" y="3152394"/>
                </a:cubicBezTo>
                <a:close/>
                <a:moveTo>
                  <a:pt x="19288886" y="3409315"/>
                </a:moveTo>
                <a:cubicBezTo>
                  <a:pt x="19298538" y="3446272"/>
                  <a:pt x="19307682" y="3483356"/>
                  <a:pt x="19316319" y="3520694"/>
                </a:cubicBezTo>
                <a:lnTo>
                  <a:pt x="19279234" y="3529330"/>
                </a:lnTo>
                <a:cubicBezTo>
                  <a:pt x="19270599" y="3492373"/>
                  <a:pt x="19261581" y="3455543"/>
                  <a:pt x="19252056" y="3418967"/>
                </a:cubicBezTo>
                <a:close/>
                <a:moveTo>
                  <a:pt x="19311493" y="3680079"/>
                </a:moveTo>
                <a:cubicBezTo>
                  <a:pt x="19318731" y="3717544"/>
                  <a:pt x="19325589" y="3755263"/>
                  <a:pt x="19331939" y="3792982"/>
                </a:cubicBezTo>
                <a:lnTo>
                  <a:pt x="19294348" y="3799205"/>
                </a:lnTo>
                <a:cubicBezTo>
                  <a:pt x="19288125" y="3761740"/>
                  <a:pt x="19281394" y="3724402"/>
                  <a:pt x="19274155" y="3687318"/>
                </a:cubicBezTo>
                <a:close/>
                <a:moveTo>
                  <a:pt x="19317081" y="3951605"/>
                </a:moveTo>
                <a:cubicBezTo>
                  <a:pt x="19322033" y="3989578"/>
                  <a:pt x="19326479" y="4027678"/>
                  <a:pt x="19330415" y="4065905"/>
                </a:cubicBezTo>
                <a:lnTo>
                  <a:pt x="19292570" y="4069842"/>
                </a:lnTo>
                <a:cubicBezTo>
                  <a:pt x="19288632" y="4031996"/>
                  <a:pt x="19284314" y="3994150"/>
                  <a:pt x="19279361" y="3956558"/>
                </a:cubicBezTo>
                <a:close/>
                <a:moveTo>
                  <a:pt x="19305651" y="4223131"/>
                </a:moveTo>
                <a:cubicBezTo>
                  <a:pt x="19308190" y="4261231"/>
                  <a:pt x="19310223" y="4299458"/>
                  <a:pt x="19311747" y="4337812"/>
                </a:cubicBezTo>
                <a:lnTo>
                  <a:pt x="19273647" y="4339336"/>
                </a:lnTo>
                <a:cubicBezTo>
                  <a:pt x="19272123" y="4301363"/>
                  <a:pt x="19270090" y="4263390"/>
                  <a:pt x="19267551" y="4225671"/>
                </a:cubicBezTo>
                <a:close/>
                <a:moveTo>
                  <a:pt x="19277203" y="4493514"/>
                </a:moveTo>
                <a:cubicBezTo>
                  <a:pt x="19277203" y="4500880"/>
                  <a:pt x="19277203" y="4508246"/>
                  <a:pt x="19277203" y="4515612"/>
                </a:cubicBezTo>
                <a:lnTo>
                  <a:pt x="19258153" y="4515612"/>
                </a:lnTo>
                <a:lnTo>
                  <a:pt x="19277203" y="4515612"/>
                </a:lnTo>
                <a:lnTo>
                  <a:pt x="19258153" y="4515612"/>
                </a:lnTo>
                <a:lnTo>
                  <a:pt x="19277203" y="4515612"/>
                </a:lnTo>
                <a:cubicBezTo>
                  <a:pt x="19277203" y="4546727"/>
                  <a:pt x="19276822" y="4577842"/>
                  <a:pt x="19276186" y="4608830"/>
                </a:cubicBezTo>
                <a:lnTo>
                  <a:pt x="19238086" y="4608068"/>
                </a:lnTo>
                <a:cubicBezTo>
                  <a:pt x="19238722" y="4577334"/>
                  <a:pt x="19239103" y="4546600"/>
                  <a:pt x="19239103" y="4515739"/>
                </a:cubicBezTo>
                <a:cubicBezTo>
                  <a:pt x="19239103" y="4508500"/>
                  <a:pt x="19239103" y="4501134"/>
                  <a:pt x="19239103" y="4493895"/>
                </a:cubicBezTo>
                <a:close/>
                <a:moveTo>
                  <a:pt x="19232245" y="4761865"/>
                </a:moveTo>
                <a:cubicBezTo>
                  <a:pt x="19230085" y="4800219"/>
                  <a:pt x="19227419" y="4838446"/>
                  <a:pt x="19224244" y="4876546"/>
                </a:cubicBezTo>
                <a:lnTo>
                  <a:pt x="19186271" y="4873371"/>
                </a:lnTo>
                <a:cubicBezTo>
                  <a:pt x="19189446" y="4835652"/>
                  <a:pt x="19192112" y="4797806"/>
                  <a:pt x="19194272" y="4759706"/>
                </a:cubicBezTo>
                <a:close/>
                <a:moveTo>
                  <a:pt x="19170777" y="5026660"/>
                </a:moveTo>
                <a:cubicBezTo>
                  <a:pt x="19166205" y="5064760"/>
                  <a:pt x="19161125" y="5102606"/>
                  <a:pt x="19155663" y="5140325"/>
                </a:cubicBezTo>
                <a:lnTo>
                  <a:pt x="19117945" y="5134737"/>
                </a:lnTo>
                <a:cubicBezTo>
                  <a:pt x="19123406" y="5097399"/>
                  <a:pt x="19128485" y="5059807"/>
                  <a:pt x="19132931" y="5022088"/>
                </a:cubicBezTo>
                <a:close/>
                <a:moveTo>
                  <a:pt x="19092799" y="5286883"/>
                </a:moveTo>
                <a:cubicBezTo>
                  <a:pt x="19085813" y="5324602"/>
                  <a:pt x="19078448" y="5362067"/>
                  <a:pt x="19070574" y="5399405"/>
                </a:cubicBezTo>
                <a:lnTo>
                  <a:pt x="19033362" y="5391531"/>
                </a:lnTo>
                <a:cubicBezTo>
                  <a:pt x="19041236" y="5354574"/>
                  <a:pt x="19048603" y="5317363"/>
                  <a:pt x="19055460" y="5280025"/>
                </a:cubicBezTo>
                <a:close/>
                <a:moveTo>
                  <a:pt x="18998692" y="5541645"/>
                </a:moveTo>
                <a:cubicBezTo>
                  <a:pt x="18989421" y="5578856"/>
                  <a:pt x="18979642" y="5615940"/>
                  <a:pt x="18969355" y="5652643"/>
                </a:cubicBezTo>
                <a:lnTo>
                  <a:pt x="18932652" y="5642356"/>
                </a:lnTo>
                <a:cubicBezTo>
                  <a:pt x="18942811" y="5605907"/>
                  <a:pt x="18952590" y="5569204"/>
                  <a:pt x="18961734" y="5532247"/>
                </a:cubicBezTo>
                <a:close/>
                <a:moveTo>
                  <a:pt x="18888582" y="5789930"/>
                </a:moveTo>
                <a:cubicBezTo>
                  <a:pt x="18876899" y="5826506"/>
                  <a:pt x="18864833" y="5862828"/>
                  <a:pt x="18852260" y="5898896"/>
                </a:cubicBezTo>
                <a:lnTo>
                  <a:pt x="18816320" y="5886323"/>
                </a:lnTo>
                <a:cubicBezTo>
                  <a:pt x="18828765" y="5850509"/>
                  <a:pt x="18840831" y="5814568"/>
                  <a:pt x="18852387" y="5778373"/>
                </a:cubicBezTo>
                <a:close/>
                <a:moveTo>
                  <a:pt x="18763106" y="6030976"/>
                </a:moveTo>
                <a:cubicBezTo>
                  <a:pt x="18749263" y="6066663"/>
                  <a:pt x="18734785" y="6102096"/>
                  <a:pt x="18720054" y="6137275"/>
                </a:cubicBezTo>
                <a:lnTo>
                  <a:pt x="18685002" y="6122543"/>
                </a:lnTo>
                <a:cubicBezTo>
                  <a:pt x="18699733" y="6087618"/>
                  <a:pt x="18713957" y="6052566"/>
                  <a:pt x="18727674" y="6017133"/>
                </a:cubicBezTo>
                <a:close/>
                <a:moveTo>
                  <a:pt x="18622645" y="6263513"/>
                </a:moveTo>
                <a:cubicBezTo>
                  <a:pt x="18606515" y="6298311"/>
                  <a:pt x="18589879" y="6332728"/>
                  <a:pt x="18572860" y="6367018"/>
                </a:cubicBezTo>
                <a:lnTo>
                  <a:pt x="18538698" y="6350000"/>
                </a:lnTo>
                <a:cubicBezTo>
                  <a:pt x="18555588" y="6316091"/>
                  <a:pt x="18571972" y="6281928"/>
                  <a:pt x="18587974" y="6247511"/>
                </a:cubicBezTo>
                <a:close/>
                <a:moveTo>
                  <a:pt x="18467578" y="6486779"/>
                </a:moveTo>
                <a:cubicBezTo>
                  <a:pt x="18449289" y="6520434"/>
                  <a:pt x="18430621" y="6553835"/>
                  <a:pt x="18411444" y="6586982"/>
                </a:cubicBezTo>
                <a:lnTo>
                  <a:pt x="18378424" y="6567932"/>
                </a:lnTo>
                <a:cubicBezTo>
                  <a:pt x="18397474" y="6535166"/>
                  <a:pt x="18416015" y="6502019"/>
                  <a:pt x="18434050" y="6468618"/>
                </a:cubicBezTo>
                <a:close/>
                <a:moveTo>
                  <a:pt x="18298922" y="6699885"/>
                </a:moveTo>
                <a:cubicBezTo>
                  <a:pt x="18278602" y="6732270"/>
                  <a:pt x="18257774" y="6764401"/>
                  <a:pt x="18236564" y="6796278"/>
                </a:cubicBezTo>
                <a:lnTo>
                  <a:pt x="18204814" y="6775196"/>
                </a:lnTo>
                <a:cubicBezTo>
                  <a:pt x="18225770" y="6743573"/>
                  <a:pt x="18246344" y="6711823"/>
                  <a:pt x="18266536" y="6679692"/>
                </a:cubicBezTo>
                <a:close/>
                <a:moveTo>
                  <a:pt x="18117184" y="6902069"/>
                </a:moveTo>
                <a:cubicBezTo>
                  <a:pt x="18094832" y="6933184"/>
                  <a:pt x="18072100" y="6963918"/>
                  <a:pt x="18048985" y="6994398"/>
                </a:cubicBezTo>
                <a:lnTo>
                  <a:pt x="18018632" y="6971411"/>
                </a:lnTo>
                <a:cubicBezTo>
                  <a:pt x="18041620" y="6941185"/>
                  <a:pt x="18064099" y="6910705"/>
                  <a:pt x="18086197" y="6879844"/>
                </a:cubicBezTo>
                <a:close/>
                <a:moveTo>
                  <a:pt x="17923256" y="7092442"/>
                </a:moveTo>
                <a:cubicBezTo>
                  <a:pt x="17898999" y="7122033"/>
                  <a:pt x="17874487" y="7151370"/>
                  <a:pt x="17849469" y="7180326"/>
                </a:cubicBezTo>
                <a:lnTo>
                  <a:pt x="17820639" y="7155434"/>
                </a:lnTo>
                <a:cubicBezTo>
                  <a:pt x="17845405" y="7126732"/>
                  <a:pt x="17869788" y="7097649"/>
                  <a:pt x="17893792" y="7068312"/>
                </a:cubicBezTo>
                <a:close/>
                <a:moveTo>
                  <a:pt x="17717897" y="7270369"/>
                </a:moveTo>
                <a:cubicBezTo>
                  <a:pt x="17691861" y="7298436"/>
                  <a:pt x="17665446" y="7326122"/>
                  <a:pt x="17638776" y="7353554"/>
                </a:cubicBezTo>
                <a:lnTo>
                  <a:pt x="17611471" y="7326884"/>
                </a:lnTo>
                <a:cubicBezTo>
                  <a:pt x="17638013" y="7299706"/>
                  <a:pt x="17664176" y="7272274"/>
                  <a:pt x="17689956" y="7244461"/>
                </a:cubicBezTo>
                <a:close/>
                <a:moveTo>
                  <a:pt x="17501870" y="7435215"/>
                </a:moveTo>
                <a:cubicBezTo>
                  <a:pt x="17474183" y="7461631"/>
                  <a:pt x="17446117" y="7487666"/>
                  <a:pt x="17417669" y="7513320"/>
                </a:cubicBezTo>
                <a:lnTo>
                  <a:pt x="17392142" y="7484999"/>
                </a:lnTo>
                <a:cubicBezTo>
                  <a:pt x="17420335" y="7459599"/>
                  <a:pt x="17448149" y="7433818"/>
                  <a:pt x="17475580" y="7407656"/>
                </a:cubicBezTo>
                <a:close/>
                <a:moveTo>
                  <a:pt x="17276063" y="7586345"/>
                </a:moveTo>
                <a:cubicBezTo>
                  <a:pt x="17246727" y="7610983"/>
                  <a:pt x="17217135" y="7635240"/>
                  <a:pt x="17187290" y="7658989"/>
                </a:cubicBezTo>
                <a:lnTo>
                  <a:pt x="17163542" y="7629144"/>
                </a:lnTo>
                <a:cubicBezTo>
                  <a:pt x="17193259" y="7605522"/>
                  <a:pt x="17222597" y="7581519"/>
                  <a:pt x="17251553" y="7557135"/>
                </a:cubicBezTo>
                <a:close/>
                <a:moveTo>
                  <a:pt x="17041240" y="7723124"/>
                </a:moveTo>
                <a:cubicBezTo>
                  <a:pt x="17010506" y="7745857"/>
                  <a:pt x="16979392" y="7768209"/>
                  <a:pt x="16948023" y="7790180"/>
                </a:cubicBezTo>
                <a:lnTo>
                  <a:pt x="16926179" y="7758938"/>
                </a:lnTo>
                <a:cubicBezTo>
                  <a:pt x="16957294" y="7737221"/>
                  <a:pt x="16988028" y="7714996"/>
                  <a:pt x="17018507" y="7692517"/>
                </a:cubicBezTo>
                <a:close/>
                <a:moveTo>
                  <a:pt x="16798417" y="7845044"/>
                </a:moveTo>
                <a:cubicBezTo>
                  <a:pt x="16766285" y="7865872"/>
                  <a:pt x="16733901" y="7886192"/>
                  <a:pt x="16701261" y="7906131"/>
                </a:cubicBezTo>
                <a:lnTo>
                  <a:pt x="16681450" y="7873619"/>
                </a:lnTo>
                <a:cubicBezTo>
                  <a:pt x="16713834" y="7853807"/>
                  <a:pt x="16745965" y="7833614"/>
                  <a:pt x="16777843" y="7813040"/>
                </a:cubicBezTo>
                <a:close/>
                <a:moveTo>
                  <a:pt x="16548607" y="7951597"/>
                </a:moveTo>
                <a:cubicBezTo>
                  <a:pt x="16515333" y="7970393"/>
                  <a:pt x="16481679" y="7988681"/>
                  <a:pt x="16447770" y="8006588"/>
                </a:cubicBezTo>
                <a:lnTo>
                  <a:pt x="16429989" y="7972933"/>
                </a:lnTo>
                <a:cubicBezTo>
                  <a:pt x="16463518" y="7955280"/>
                  <a:pt x="16496919" y="7937119"/>
                  <a:pt x="16529938" y="7918450"/>
                </a:cubicBezTo>
                <a:close/>
                <a:moveTo>
                  <a:pt x="16292449" y="8042402"/>
                </a:moveTo>
                <a:cubicBezTo>
                  <a:pt x="16258031" y="8059039"/>
                  <a:pt x="16223360" y="8075168"/>
                  <a:pt x="16188435" y="8090916"/>
                </a:cubicBezTo>
                <a:lnTo>
                  <a:pt x="16172814" y="8056118"/>
                </a:lnTo>
                <a:cubicBezTo>
                  <a:pt x="16207358" y="8040497"/>
                  <a:pt x="16241776" y="8024495"/>
                  <a:pt x="16275811" y="8008112"/>
                </a:cubicBezTo>
                <a:close/>
                <a:moveTo>
                  <a:pt x="16031082" y="8116951"/>
                </a:moveTo>
                <a:cubicBezTo>
                  <a:pt x="15995650" y="8131429"/>
                  <a:pt x="15960089" y="8145399"/>
                  <a:pt x="15924149" y="8158861"/>
                </a:cubicBezTo>
                <a:lnTo>
                  <a:pt x="15910686" y="8123174"/>
                </a:lnTo>
                <a:cubicBezTo>
                  <a:pt x="15946247" y="8109839"/>
                  <a:pt x="15981553" y="8095996"/>
                  <a:pt x="16016604" y="8081645"/>
                </a:cubicBezTo>
                <a:close/>
                <a:moveTo>
                  <a:pt x="15765526" y="8174863"/>
                </a:moveTo>
                <a:cubicBezTo>
                  <a:pt x="15729330" y="8187055"/>
                  <a:pt x="15692754" y="8198739"/>
                  <a:pt x="15656179" y="8210042"/>
                </a:cubicBezTo>
                <a:lnTo>
                  <a:pt x="15645003" y="8173593"/>
                </a:lnTo>
                <a:cubicBezTo>
                  <a:pt x="15681325" y="8162417"/>
                  <a:pt x="15717520" y="8150860"/>
                  <a:pt x="15753460" y="8138795"/>
                </a:cubicBezTo>
                <a:close/>
                <a:moveTo>
                  <a:pt x="15496921" y="8216138"/>
                </a:moveTo>
                <a:cubicBezTo>
                  <a:pt x="15460090" y="8226044"/>
                  <a:pt x="15423006" y="8235442"/>
                  <a:pt x="15385669" y="8244332"/>
                </a:cubicBezTo>
                <a:lnTo>
                  <a:pt x="15376779" y="8207248"/>
                </a:lnTo>
                <a:cubicBezTo>
                  <a:pt x="15413735" y="8198485"/>
                  <a:pt x="15450438" y="8189087"/>
                  <a:pt x="15487014" y="8179308"/>
                </a:cubicBezTo>
                <a:close/>
                <a:moveTo>
                  <a:pt x="15226156" y="8240395"/>
                </a:moveTo>
                <a:cubicBezTo>
                  <a:pt x="15188819" y="8247888"/>
                  <a:pt x="15151227" y="8255000"/>
                  <a:pt x="15113507" y="8261477"/>
                </a:cubicBezTo>
                <a:lnTo>
                  <a:pt x="15107030" y="8223885"/>
                </a:lnTo>
                <a:cubicBezTo>
                  <a:pt x="15144369" y="8217408"/>
                  <a:pt x="15181706" y="8210423"/>
                  <a:pt x="15218663" y="8202930"/>
                </a:cubicBezTo>
                <a:close/>
                <a:moveTo>
                  <a:pt x="14954757" y="8247507"/>
                </a:moveTo>
                <a:cubicBezTo>
                  <a:pt x="14916911" y="8252714"/>
                  <a:pt x="14878938" y="8257413"/>
                  <a:pt x="14840711" y="8261604"/>
                </a:cubicBezTo>
                <a:lnTo>
                  <a:pt x="14836521" y="8223758"/>
                </a:lnTo>
                <a:cubicBezTo>
                  <a:pt x="14874367" y="8219567"/>
                  <a:pt x="14911958" y="8214995"/>
                  <a:pt x="14949551" y="8209788"/>
                </a:cubicBezTo>
                <a:close/>
                <a:moveTo>
                  <a:pt x="14683231" y="8237855"/>
                </a:moveTo>
                <a:cubicBezTo>
                  <a:pt x="14645131" y="8240649"/>
                  <a:pt x="14606778" y="8243062"/>
                  <a:pt x="14568424" y="8244840"/>
                </a:cubicBezTo>
                <a:lnTo>
                  <a:pt x="14566646" y="8206740"/>
                </a:lnTo>
                <a:cubicBezTo>
                  <a:pt x="14604746" y="8204962"/>
                  <a:pt x="14642592" y="8202549"/>
                  <a:pt x="14680437" y="8199755"/>
                </a:cubicBezTo>
                <a:close/>
                <a:moveTo>
                  <a:pt x="14412849" y="8211312"/>
                </a:moveTo>
                <a:cubicBezTo>
                  <a:pt x="14394433" y="8211566"/>
                  <a:pt x="14376019" y="8211693"/>
                  <a:pt x="14357477" y="8211693"/>
                </a:cubicBezTo>
                <a:lnTo>
                  <a:pt x="14357477" y="8192643"/>
                </a:lnTo>
                <a:lnTo>
                  <a:pt x="14357477" y="8211693"/>
                </a:lnTo>
                <a:lnTo>
                  <a:pt x="14298040" y="8211693"/>
                </a:lnTo>
                <a:lnTo>
                  <a:pt x="14298040" y="8173593"/>
                </a:lnTo>
                <a:lnTo>
                  <a:pt x="14357477" y="8173593"/>
                </a:lnTo>
                <a:cubicBezTo>
                  <a:pt x="14375764" y="8173593"/>
                  <a:pt x="14394053" y="8173466"/>
                  <a:pt x="14412340" y="8173212"/>
                </a:cubicBezTo>
                <a:close/>
                <a:moveTo>
                  <a:pt x="14145132" y="8173593"/>
                </a:moveTo>
                <a:lnTo>
                  <a:pt x="14030832" y="8173593"/>
                </a:lnTo>
                <a:lnTo>
                  <a:pt x="14030832" y="8135493"/>
                </a:lnTo>
                <a:lnTo>
                  <a:pt x="14145132" y="8135493"/>
                </a:lnTo>
                <a:close/>
                <a:moveTo>
                  <a:pt x="13878432" y="8135493"/>
                </a:moveTo>
                <a:lnTo>
                  <a:pt x="13764132" y="8135493"/>
                </a:lnTo>
                <a:lnTo>
                  <a:pt x="13764132" y="8097393"/>
                </a:lnTo>
                <a:lnTo>
                  <a:pt x="13878432" y="8097393"/>
                </a:lnTo>
                <a:close/>
                <a:moveTo>
                  <a:pt x="13611732" y="8097393"/>
                </a:moveTo>
                <a:lnTo>
                  <a:pt x="13497432" y="8097393"/>
                </a:lnTo>
                <a:lnTo>
                  <a:pt x="13497432" y="8059293"/>
                </a:lnTo>
                <a:lnTo>
                  <a:pt x="13611732" y="8059293"/>
                </a:lnTo>
                <a:close/>
                <a:moveTo>
                  <a:pt x="13345032" y="8059293"/>
                </a:moveTo>
                <a:lnTo>
                  <a:pt x="13230732" y="8059293"/>
                </a:lnTo>
                <a:lnTo>
                  <a:pt x="13230732" y="8021193"/>
                </a:lnTo>
                <a:lnTo>
                  <a:pt x="13345032" y="8021193"/>
                </a:lnTo>
                <a:close/>
                <a:moveTo>
                  <a:pt x="13078332" y="8021193"/>
                </a:moveTo>
                <a:lnTo>
                  <a:pt x="12964033" y="8021193"/>
                </a:lnTo>
                <a:lnTo>
                  <a:pt x="12964033" y="7983093"/>
                </a:lnTo>
                <a:lnTo>
                  <a:pt x="13078332" y="7983093"/>
                </a:lnTo>
                <a:close/>
                <a:moveTo>
                  <a:pt x="12811633" y="7983093"/>
                </a:moveTo>
                <a:lnTo>
                  <a:pt x="12697333" y="7983093"/>
                </a:lnTo>
                <a:lnTo>
                  <a:pt x="12697333" y="7944993"/>
                </a:lnTo>
                <a:lnTo>
                  <a:pt x="12811633" y="7944993"/>
                </a:lnTo>
                <a:close/>
                <a:moveTo>
                  <a:pt x="12544933" y="7944993"/>
                </a:moveTo>
                <a:lnTo>
                  <a:pt x="12430633" y="7944993"/>
                </a:lnTo>
                <a:lnTo>
                  <a:pt x="12430633" y="7906893"/>
                </a:lnTo>
                <a:lnTo>
                  <a:pt x="12544933" y="7906893"/>
                </a:lnTo>
                <a:close/>
                <a:moveTo>
                  <a:pt x="12278233" y="7906893"/>
                </a:moveTo>
                <a:lnTo>
                  <a:pt x="12163933" y="7906893"/>
                </a:lnTo>
                <a:lnTo>
                  <a:pt x="12163933" y="7868793"/>
                </a:lnTo>
                <a:lnTo>
                  <a:pt x="12278233" y="7868793"/>
                </a:lnTo>
                <a:close/>
                <a:moveTo>
                  <a:pt x="12011533" y="7868793"/>
                </a:moveTo>
                <a:lnTo>
                  <a:pt x="11897233" y="7868793"/>
                </a:lnTo>
                <a:lnTo>
                  <a:pt x="11897233" y="7830693"/>
                </a:lnTo>
                <a:lnTo>
                  <a:pt x="12011533" y="7830693"/>
                </a:lnTo>
                <a:close/>
                <a:moveTo>
                  <a:pt x="11744833" y="7830693"/>
                </a:moveTo>
                <a:lnTo>
                  <a:pt x="11630533" y="7830693"/>
                </a:lnTo>
                <a:lnTo>
                  <a:pt x="11630533" y="7792593"/>
                </a:lnTo>
                <a:lnTo>
                  <a:pt x="11744833" y="7792593"/>
                </a:lnTo>
                <a:close/>
                <a:moveTo>
                  <a:pt x="11478133" y="7792593"/>
                </a:moveTo>
                <a:lnTo>
                  <a:pt x="11363833" y="7792593"/>
                </a:lnTo>
                <a:lnTo>
                  <a:pt x="11363833" y="7754493"/>
                </a:lnTo>
                <a:lnTo>
                  <a:pt x="11478133" y="7754493"/>
                </a:lnTo>
                <a:close/>
                <a:moveTo>
                  <a:pt x="11211433" y="7754493"/>
                </a:moveTo>
                <a:lnTo>
                  <a:pt x="11097133" y="7754493"/>
                </a:lnTo>
                <a:lnTo>
                  <a:pt x="11097133" y="7716393"/>
                </a:lnTo>
                <a:lnTo>
                  <a:pt x="11211433" y="7716393"/>
                </a:lnTo>
                <a:close/>
                <a:moveTo>
                  <a:pt x="10944733" y="7716393"/>
                </a:moveTo>
                <a:lnTo>
                  <a:pt x="10830433" y="7716393"/>
                </a:lnTo>
                <a:lnTo>
                  <a:pt x="10830433" y="7678293"/>
                </a:lnTo>
                <a:lnTo>
                  <a:pt x="10944733" y="7678293"/>
                </a:lnTo>
                <a:close/>
                <a:moveTo>
                  <a:pt x="10678033" y="7678293"/>
                </a:moveTo>
                <a:lnTo>
                  <a:pt x="10563733" y="7678293"/>
                </a:lnTo>
                <a:lnTo>
                  <a:pt x="10563733" y="7640193"/>
                </a:lnTo>
                <a:lnTo>
                  <a:pt x="10678033" y="7640193"/>
                </a:lnTo>
                <a:close/>
                <a:moveTo>
                  <a:pt x="10411333" y="7640193"/>
                </a:moveTo>
                <a:lnTo>
                  <a:pt x="10297033" y="7640193"/>
                </a:lnTo>
                <a:lnTo>
                  <a:pt x="10297033" y="7602093"/>
                </a:lnTo>
                <a:lnTo>
                  <a:pt x="10411333" y="7602093"/>
                </a:lnTo>
                <a:close/>
                <a:moveTo>
                  <a:pt x="10144633" y="7602093"/>
                </a:moveTo>
                <a:lnTo>
                  <a:pt x="10030333" y="7602093"/>
                </a:lnTo>
                <a:lnTo>
                  <a:pt x="10030333" y="7563993"/>
                </a:lnTo>
                <a:lnTo>
                  <a:pt x="10144633" y="7563993"/>
                </a:lnTo>
                <a:close/>
                <a:moveTo>
                  <a:pt x="9877933" y="7563993"/>
                </a:moveTo>
                <a:lnTo>
                  <a:pt x="9763633" y="7563993"/>
                </a:lnTo>
                <a:lnTo>
                  <a:pt x="9763633" y="7525893"/>
                </a:lnTo>
                <a:lnTo>
                  <a:pt x="9877933" y="7525893"/>
                </a:lnTo>
                <a:close/>
                <a:moveTo>
                  <a:pt x="9611233" y="7525893"/>
                </a:moveTo>
                <a:lnTo>
                  <a:pt x="9496933" y="7525893"/>
                </a:lnTo>
                <a:lnTo>
                  <a:pt x="9496933" y="7487793"/>
                </a:lnTo>
                <a:lnTo>
                  <a:pt x="9611233" y="7487793"/>
                </a:lnTo>
                <a:close/>
                <a:moveTo>
                  <a:pt x="9344533" y="7487793"/>
                </a:moveTo>
                <a:lnTo>
                  <a:pt x="9230233" y="7487793"/>
                </a:lnTo>
                <a:lnTo>
                  <a:pt x="9230233" y="7449693"/>
                </a:lnTo>
                <a:lnTo>
                  <a:pt x="9344533" y="7449693"/>
                </a:lnTo>
                <a:close/>
                <a:moveTo>
                  <a:pt x="9077833" y="7449693"/>
                </a:moveTo>
                <a:lnTo>
                  <a:pt x="8963533" y="7449693"/>
                </a:lnTo>
                <a:lnTo>
                  <a:pt x="8963533" y="7411593"/>
                </a:lnTo>
                <a:lnTo>
                  <a:pt x="9077833" y="7411593"/>
                </a:lnTo>
                <a:close/>
                <a:moveTo>
                  <a:pt x="8811133" y="7411593"/>
                </a:moveTo>
                <a:lnTo>
                  <a:pt x="8696833" y="7411593"/>
                </a:lnTo>
                <a:lnTo>
                  <a:pt x="8696833" y="7373493"/>
                </a:lnTo>
                <a:lnTo>
                  <a:pt x="8811133" y="7373493"/>
                </a:lnTo>
                <a:close/>
                <a:moveTo>
                  <a:pt x="8544433" y="7373493"/>
                </a:moveTo>
                <a:lnTo>
                  <a:pt x="8430133" y="7373493"/>
                </a:lnTo>
                <a:lnTo>
                  <a:pt x="8430133" y="7335393"/>
                </a:lnTo>
                <a:lnTo>
                  <a:pt x="8544433" y="7335393"/>
                </a:lnTo>
                <a:close/>
                <a:moveTo>
                  <a:pt x="8277733" y="7335393"/>
                </a:moveTo>
                <a:lnTo>
                  <a:pt x="8163433" y="7335393"/>
                </a:lnTo>
                <a:lnTo>
                  <a:pt x="8163433" y="7297293"/>
                </a:lnTo>
                <a:lnTo>
                  <a:pt x="8277733" y="7297293"/>
                </a:lnTo>
                <a:close/>
                <a:moveTo>
                  <a:pt x="8011033" y="7297293"/>
                </a:moveTo>
                <a:lnTo>
                  <a:pt x="7896733" y="7297293"/>
                </a:lnTo>
                <a:lnTo>
                  <a:pt x="7896733" y="7259193"/>
                </a:lnTo>
                <a:lnTo>
                  <a:pt x="8011033" y="7259193"/>
                </a:lnTo>
                <a:close/>
                <a:moveTo>
                  <a:pt x="7744333" y="7259193"/>
                </a:moveTo>
                <a:lnTo>
                  <a:pt x="7630033" y="7259193"/>
                </a:lnTo>
                <a:lnTo>
                  <a:pt x="7630033" y="7221093"/>
                </a:lnTo>
                <a:lnTo>
                  <a:pt x="7744333" y="7221093"/>
                </a:lnTo>
                <a:close/>
                <a:moveTo>
                  <a:pt x="7477633" y="7221093"/>
                </a:moveTo>
                <a:lnTo>
                  <a:pt x="7363333" y="7221093"/>
                </a:lnTo>
                <a:lnTo>
                  <a:pt x="7363333" y="7182993"/>
                </a:lnTo>
                <a:lnTo>
                  <a:pt x="7477633" y="7182993"/>
                </a:lnTo>
                <a:close/>
                <a:moveTo>
                  <a:pt x="7210933" y="7182993"/>
                </a:moveTo>
                <a:lnTo>
                  <a:pt x="7096633" y="7182993"/>
                </a:lnTo>
                <a:lnTo>
                  <a:pt x="7096633" y="7144893"/>
                </a:lnTo>
                <a:lnTo>
                  <a:pt x="7210933" y="7144893"/>
                </a:lnTo>
                <a:close/>
                <a:moveTo>
                  <a:pt x="6944233" y="7144893"/>
                </a:moveTo>
                <a:lnTo>
                  <a:pt x="6829933" y="7144893"/>
                </a:lnTo>
                <a:lnTo>
                  <a:pt x="6829933" y="7106793"/>
                </a:lnTo>
                <a:lnTo>
                  <a:pt x="6944233" y="7106793"/>
                </a:lnTo>
                <a:close/>
                <a:moveTo>
                  <a:pt x="6677533" y="7106793"/>
                </a:moveTo>
                <a:lnTo>
                  <a:pt x="6563233" y="7106793"/>
                </a:lnTo>
                <a:lnTo>
                  <a:pt x="6563233" y="7068693"/>
                </a:lnTo>
                <a:lnTo>
                  <a:pt x="6677533" y="7068693"/>
                </a:lnTo>
                <a:close/>
                <a:moveTo>
                  <a:pt x="6410832" y="7068693"/>
                </a:moveTo>
                <a:lnTo>
                  <a:pt x="6296532" y="7068693"/>
                </a:lnTo>
                <a:lnTo>
                  <a:pt x="6296532" y="7030593"/>
                </a:lnTo>
                <a:lnTo>
                  <a:pt x="6410832" y="7030593"/>
                </a:lnTo>
                <a:close/>
                <a:moveTo>
                  <a:pt x="6144132" y="7030593"/>
                </a:moveTo>
                <a:lnTo>
                  <a:pt x="6029832" y="7030593"/>
                </a:lnTo>
                <a:lnTo>
                  <a:pt x="6029832" y="6992493"/>
                </a:lnTo>
                <a:lnTo>
                  <a:pt x="6144132" y="6992493"/>
                </a:lnTo>
                <a:close/>
                <a:moveTo>
                  <a:pt x="5877432" y="6992493"/>
                </a:moveTo>
                <a:lnTo>
                  <a:pt x="5763132" y="6992493"/>
                </a:lnTo>
                <a:lnTo>
                  <a:pt x="5763132" y="6954393"/>
                </a:lnTo>
                <a:lnTo>
                  <a:pt x="5877432" y="6954393"/>
                </a:lnTo>
                <a:close/>
                <a:moveTo>
                  <a:pt x="5610732" y="6954393"/>
                </a:moveTo>
                <a:lnTo>
                  <a:pt x="5496432" y="6954393"/>
                </a:lnTo>
                <a:lnTo>
                  <a:pt x="5496432" y="6916293"/>
                </a:lnTo>
                <a:lnTo>
                  <a:pt x="5610732" y="6916293"/>
                </a:lnTo>
                <a:close/>
                <a:moveTo>
                  <a:pt x="5344032" y="6916293"/>
                </a:moveTo>
                <a:lnTo>
                  <a:pt x="5229732" y="6916293"/>
                </a:lnTo>
                <a:lnTo>
                  <a:pt x="5229732" y="6878193"/>
                </a:lnTo>
                <a:lnTo>
                  <a:pt x="5344032" y="6878193"/>
                </a:lnTo>
                <a:close/>
                <a:moveTo>
                  <a:pt x="5077332" y="6878193"/>
                </a:moveTo>
                <a:lnTo>
                  <a:pt x="4963032" y="6878193"/>
                </a:lnTo>
                <a:lnTo>
                  <a:pt x="4963032" y="6840093"/>
                </a:lnTo>
                <a:lnTo>
                  <a:pt x="5077332" y="6840093"/>
                </a:lnTo>
                <a:close/>
                <a:moveTo>
                  <a:pt x="4810632" y="6840093"/>
                </a:moveTo>
                <a:lnTo>
                  <a:pt x="4696332" y="6840093"/>
                </a:lnTo>
                <a:lnTo>
                  <a:pt x="4696332" y="6801993"/>
                </a:lnTo>
                <a:lnTo>
                  <a:pt x="4810632" y="6801993"/>
                </a:lnTo>
                <a:close/>
                <a:moveTo>
                  <a:pt x="4543932" y="6801993"/>
                </a:moveTo>
                <a:lnTo>
                  <a:pt x="4429632" y="6801993"/>
                </a:lnTo>
                <a:lnTo>
                  <a:pt x="4429632" y="6763893"/>
                </a:lnTo>
                <a:lnTo>
                  <a:pt x="4543932" y="6763893"/>
                </a:lnTo>
                <a:close/>
                <a:moveTo>
                  <a:pt x="4277232" y="6763893"/>
                </a:moveTo>
                <a:lnTo>
                  <a:pt x="4162932" y="6763893"/>
                </a:lnTo>
                <a:lnTo>
                  <a:pt x="4162932" y="6725793"/>
                </a:lnTo>
                <a:lnTo>
                  <a:pt x="4277232" y="6725793"/>
                </a:lnTo>
                <a:close/>
                <a:moveTo>
                  <a:pt x="4010532" y="6725793"/>
                </a:moveTo>
                <a:lnTo>
                  <a:pt x="3896232" y="6725793"/>
                </a:lnTo>
                <a:lnTo>
                  <a:pt x="3896232" y="6687693"/>
                </a:lnTo>
                <a:lnTo>
                  <a:pt x="4010532" y="6687693"/>
                </a:lnTo>
                <a:close/>
                <a:moveTo>
                  <a:pt x="3743832" y="6687693"/>
                </a:moveTo>
                <a:lnTo>
                  <a:pt x="3629532" y="6687693"/>
                </a:lnTo>
                <a:lnTo>
                  <a:pt x="3629532" y="6649593"/>
                </a:lnTo>
                <a:lnTo>
                  <a:pt x="3743832" y="6649593"/>
                </a:lnTo>
                <a:close/>
                <a:moveTo>
                  <a:pt x="3477132" y="6649593"/>
                </a:moveTo>
                <a:lnTo>
                  <a:pt x="3362832" y="6649593"/>
                </a:lnTo>
                <a:lnTo>
                  <a:pt x="3362832" y="6611493"/>
                </a:lnTo>
                <a:lnTo>
                  <a:pt x="3477132" y="6611493"/>
                </a:lnTo>
                <a:close/>
                <a:moveTo>
                  <a:pt x="3210433" y="6611493"/>
                </a:moveTo>
                <a:lnTo>
                  <a:pt x="3199764" y="6611493"/>
                </a:lnTo>
                <a:lnTo>
                  <a:pt x="3199764" y="6592443"/>
                </a:lnTo>
                <a:lnTo>
                  <a:pt x="3199764" y="6611493"/>
                </a:lnTo>
                <a:cubicBezTo>
                  <a:pt x="3164839" y="6611493"/>
                  <a:pt x="3130042" y="6611112"/>
                  <a:pt x="3095371" y="6610223"/>
                </a:cubicBezTo>
                <a:lnTo>
                  <a:pt x="3096259" y="6572123"/>
                </a:lnTo>
                <a:cubicBezTo>
                  <a:pt x="3130677" y="6572885"/>
                  <a:pt x="3165221" y="6573393"/>
                  <a:pt x="3199764" y="6573393"/>
                </a:cubicBezTo>
                <a:lnTo>
                  <a:pt x="3210433" y="6573393"/>
                </a:lnTo>
                <a:close/>
                <a:moveTo>
                  <a:pt x="2942589" y="6565773"/>
                </a:moveTo>
                <a:cubicBezTo>
                  <a:pt x="2904236" y="6563487"/>
                  <a:pt x="2866008" y="6560693"/>
                  <a:pt x="2828036" y="6557518"/>
                </a:cubicBezTo>
                <a:lnTo>
                  <a:pt x="2831337" y="6519545"/>
                </a:lnTo>
                <a:cubicBezTo>
                  <a:pt x="2869056" y="6522720"/>
                  <a:pt x="2906902" y="6525514"/>
                  <a:pt x="2944875" y="6527800"/>
                </a:cubicBezTo>
                <a:close/>
                <a:moveTo>
                  <a:pt x="2678048" y="6503797"/>
                </a:moveTo>
                <a:cubicBezTo>
                  <a:pt x="2640075" y="6499225"/>
                  <a:pt x="2602102" y="6494018"/>
                  <a:pt x="2564383" y="6488430"/>
                </a:cubicBezTo>
                <a:lnTo>
                  <a:pt x="2569971" y="6450711"/>
                </a:lnTo>
                <a:cubicBezTo>
                  <a:pt x="2607309" y="6456299"/>
                  <a:pt x="2644902" y="6461379"/>
                  <a:pt x="2682620" y="6465951"/>
                </a:cubicBezTo>
                <a:close/>
                <a:moveTo>
                  <a:pt x="2417952" y="6425438"/>
                </a:moveTo>
                <a:cubicBezTo>
                  <a:pt x="2380233" y="6418453"/>
                  <a:pt x="2342768" y="6410960"/>
                  <a:pt x="2305430" y="6402959"/>
                </a:cubicBezTo>
                <a:lnTo>
                  <a:pt x="2313431" y="6365748"/>
                </a:lnTo>
                <a:cubicBezTo>
                  <a:pt x="2350389" y="6373622"/>
                  <a:pt x="2387599" y="6380988"/>
                  <a:pt x="2424937" y="6387973"/>
                </a:cubicBezTo>
                <a:close/>
                <a:moveTo>
                  <a:pt x="2163317" y="6330950"/>
                </a:moveTo>
                <a:cubicBezTo>
                  <a:pt x="2126106" y="6321552"/>
                  <a:pt x="2089022" y="6311773"/>
                  <a:pt x="2052319" y="6301486"/>
                </a:cubicBezTo>
                <a:lnTo>
                  <a:pt x="2062606" y="6264783"/>
                </a:lnTo>
                <a:cubicBezTo>
                  <a:pt x="2099055" y="6274943"/>
                  <a:pt x="2135758" y="6284722"/>
                  <a:pt x="2172715" y="6293993"/>
                </a:cubicBezTo>
                <a:close/>
                <a:moveTo>
                  <a:pt x="1915032" y="6220587"/>
                </a:moveTo>
                <a:cubicBezTo>
                  <a:pt x="1878456" y="6208903"/>
                  <a:pt x="1842134" y="6196838"/>
                  <a:pt x="1806067" y="6184265"/>
                </a:cubicBezTo>
                <a:lnTo>
                  <a:pt x="1818639" y="6148324"/>
                </a:lnTo>
                <a:cubicBezTo>
                  <a:pt x="1854453" y="6160770"/>
                  <a:pt x="1890394" y="6172835"/>
                  <a:pt x="1926589" y="6184392"/>
                </a:cubicBezTo>
                <a:close/>
                <a:moveTo>
                  <a:pt x="1674114" y="6094984"/>
                </a:moveTo>
                <a:cubicBezTo>
                  <a:pt x="1638426" y="6081141"/>
                  <a:pt x="1602993" y="6066663"/>
                  <a:pt x="1567814" y="6051931"/>
                </a:cubicBezTo>
                <a:lnTo>
                  <a:pt x="1582546" y="6016879"/>
                </a:lnTo>
                <a:cubicBezTo>
                  <a:pt x="1617471" y="6031611"/>
                  <a:pt x="1652523" y="6045835"/>
                  <a:pt x="1687956" y="6059551"/>
                </a:cubicBezTo>
                <a:close/>
                <a:moveTo>
                  <a:pt x="1441576" y="5954522"/>
                </a:moveTo>
                <a:cubicBezTo>
                  <a:pt x="1406778" y="5938393"/>
                  <a:pt x="1372361" y="5921883"/>
                  <a:pt x="1338071" y="5904865"/>
                </a:cubicBezTo>
                <a:lnTo>
                  <a:pt x="1355089" y="5870702"/>
                </a:lnTo>
                <a:cubicBezTo>
                  <a:pt x="1388998" y="5887593"/>
                  <a:pt x="1423161" y="5903976"/>
                  <a:pt x="1457706" y="5919978"/>
                </a:cubicBezTo>
                <a:close/>
                <a:moveTo>
                  <a:pt x="1218437" y="5799709"/>
                </a:moveTo>
                <a:cubicBezTo>
                  <a:pt x="1184782" y="5781421"/>
                  <a:pt x="1151381" y="5762752"/>
                  <a:pt x="1118234" y="5743575"/>
                </a:cubicBezTo>
                <a:lnTo>
                  <a:pt x="1137284" y="5710555"/>
                </a:lnTo>
                <a:cubicBezTo>
                  <a:pt x="1170177" y="5729478"/>
                  <a:pt x="1203197" y="5748020"/>
                  <a:pt x="1236598" y="5766181"/>
                </a:cubicBezTo>
                <a:close/>
                <a:moveTo>
                  <a:pt x="1005204" y="5631180"/>
                </a:moveTo>
                <a:cubicBezTo>
                  <a:pt x="972692" y="5610860"/>
                  <a:pt x="940561" y="5590159"/>
                  <a:pt x="908684" y="5568950"/>
                </a:cubicBezTo>
                <a:lnTo>
                  <a:pt x="929767" y="5537200"/>
                </a:lnTo>
                <a:cubicBezTo>
                  <a:pt x="961389" y="5558155"/>
                  <a:pt x="993267" y="5578729"/>
                  <a:pt x="1025397" y="5598922"/>
                </a:cubicBezTo>
                <a:close/>
                <a:moveTo>
                  <a:pt x="802893" y="5449824"/>
                </a:moveTo>
                <a:cubicBezTo>
                  <a:pt x="771778" y="5427472"/>
                  <a:pt x="740917" y="5404866"/>
                  <a:pt x="710437" y="5381752"/>
                </a:cubicBezTo>
                <a:lnTo>
                  <a:pt x="733424" y="5351399"/>
                </a:lnTo>
                <a:cubicBezTo>
                  <a:pt x="763650" y="5374259"/>
                  <a:pt x="794130" y="5396738"/>
                  <a:pt x="824991" y="5418836"/>
                </a:cubicBezTo>
                <a:close/>
                <a:moveTo>
                  <a:pt x="612266" y="5256149"/>
                </a:moveTo>
                <a:cubicBezTo>
                  <a:pt x="582548" y="5232019"/>
                  <a:pt x="553211" y="5207381"/>
                  <a:pt x="524255" y="5182362"/>
                </a:cubicBezTo>
                <a:lnTo>
                  <a:pt x="549147" y="5153533"/>
                </a:lnTo>
                <a:cubicBezTo>
                  <a:pt x="577849" y="5178298"/>
                  <a:pt x="606932" y="5202682"/>
                  <a:pt x="636396" y="5226558"/>
                </a:cubicBezTo>
                <a:close/>
                <a:moveTo>
                  <a:pt x="434212" y="5050917"/>
                </a:moveTo>
                <a:cubicBezTo>
                  <a:pt x="406145" y="5024882"/>
                  <a:pt x="378332" y="4998593"/>
                  <a:pt x="350900" y="4971923"/>
                </a:cubicBezTo>
                <a:lnTo>
                  <a:pt x="377443" y="4944618"/>
                </a:lnTo>
                <a:cubicBezTo>
                  <a:pt x="404621" y="4971034"/>
                  <a:pt x="432053" y="4997196"/>
                  <a:pt x="459993" y="5022977"/>
                </a:cubicBezTo>
                <a:close/>
                <a:moveTo>
                  <a:pt x="1183640" y="7229983"/>
                </a:moveTo>
                <a:cubicBezTo>
                  <a:pt x="1157224" y="7202297"/>
                  <a:pt x="1131189" y="7174230"/>
                  <a:pt x="1105408" y="7145909"/>
                </a:cubicBezTo>
                <a:lnTo>
                  <a:pt x="1133602" y="7120382"/>
                </a:lnTo>
                <a:cubicBezTo>
                  <a:pt x="1159002" y="7148449"/>
                  <a:pt x="1184910" y="7176262"/>
                  <a:pt x="1211072" y="7203694"/>
                </a:cubicBezTo>
                <a:close/>
                <a:moveTo>
                  <a:pt x="1004824" y="7030720"/>
                </a:moveTo>
                <a:cubicBezTo>
                  <a:pt x="980186" y="7001510"/>
                  <a:pt x="955929" y="6971919"/>
                  <a:pt x="932053" y="6941947"/>
                </a:cubicBezTo>
                <a:lnTo>
                  <a:pt x="961771" y="6918198"/>
                </a:lnTo>
                <a:cubicBezTo>
                  <a:pt x="985393" y="6947788"/>
                  <a:pt x="1009523" y="6977126"/>
                  <a:pt x="1033907" y="7006209"/>
                </a:cubicBezTo>
                <a:close/>
                <a:moveTo>
                  <a:pt x="838581" y="6820662"/>
                </a:moveTo>
                <a:cubicBezTo>
                  <a:pt x="815848" y="6789928"/>
                  <a:pt x="793369" y="6758940"/>
                  <a:pt x="771398" y="6727571"/>
                </a:cubicBezTo>
                <a:lnTo>
                  <a:pt x="802640" y="6705600"/>
                </a:lnTo>
                <a:cubicBezTo>
                  <a:pt x="824357" y="6736715"/>
                  <a:pt x="846582" y="6767449"/>
                  <a:pt x="869188" y="6797929"/>
                </a:cubicBezTo>
                <a:close/>
                <a:moveTo>
                  <a:pt x="685927" y="6600571"/>
                </a:moveTo>
                <a:cubicBezTo>
                  <a:pt x="665099" y="6568439"/>
                  <a:pt x="644652" y="6536055"/>
                  <a:pt x="624713" y="6503415"/>
                </a:cubicBezTo>
                <a:lnTo>
                  <a:pt x="657225" y="6483604"/>
                </a:lnTo>
                <a:cubicBezTo>
                  <a:pt x="677037" y="6515989"/>
                  <a:pt x="697230" y="6548120"/>
                  <a:pt x="717931" y="6579870"/>
                </a:cubicBezTo>
                <a:close/>
                <a:moveTo>
                  <a:pt x="547243" y="6371463"/>
                </a:moveTo>
                <a:cubicBezTo>
                  <a:pt x="528447" y="6338189"/>
                  <a:pt x="510159" y="6304534"/>
                  <a:pt x="492252" y="6270625"/>
                </a:cubicBezTo>
                <a:lnTo>
                  <a:pt x="525907" y="6252845"/>
                </a:lnTo>
                <a:cubicBezTo>
                  <a:pt x="543687" y="6286373"/>
                  <a:pt x="561848" y="6319647"/>
                  <a:pt x="580390" y="6352667"/>
                </a:cubicBezTo>
                <a:close/>
                <a:moveTo>
                  <a:pt x="423164" y="6134100"/>
                </a:moveTo>
                <a:cubicBezTo>
                  <a:pt x="406527" y="6099683"/>
                  <a:pt x="390398" y="6065012"/>
                  <a:pt x="374650" y="6030087"/>
                </a:cubicBezTo>
                <a:lnTo>
                  <a:pt x="409448" y="6014466"/>
                </a:lnTo>
                <a:cubicBezTo>
                  <a:pt x="425069" y="6049010"/>
                  <a:pt x="441071" y="6083427"/>
                  <a:pt x="457581" y="6117463"/>
                </a:cubicBezTo>
                <a:close/>
                <a:moveTo>
                  <a:pt x="348742" y="5872861"/>
                </a:moveTo>
                <a:cubicBezTo>
                  <a:pt x="334264" y="5837428"/>
                  <a:pt x="320294" y="5801868"/>
                  <a:pt x="306832" y="5765927"/>
                </a:cubicBezTo>
                <a:lnTo>
                  <a:pt x="342519" y="5752465"/>
                </a:lnTo>
                <a:cubicBezTo>
                  <a:pt x="355854" y="5788025"/>
                  <a:pt x="369697" y="5823331"/>
                  <a:pt x="384048" y="5858383"/>
                </a:cubicBezTo>
                <a:close/>
                <a:moveTo>
                  <a:pt x="290830" y="5607304"/>
                </a:moveTo>
                <a:cubicBezTo>
                  <a:pt x="278638" y="5571109"/>
                  <a:pt x="266954" y="5534533"/>
                  <a:pt x="255778" y="5497957"/>
                </a:cubicBezTo>
                <a:lnTo>
                  <a:pt x="292227" y="5486781"/>
                </a:lnTo>
                <a:cubicBezTo>
                  <a:pt x="303403" y="5523103"/>
                  <a:pt x="314960" y="5559298"/>
                  <a:pt x="327025" y="5595239"/>
                </a:cubicBezTo>
                <a:close/>
                <a:moveTo>
                  <a:pt x="249809" y="5338699"/>
                </a:moveTo>
                <a:cubicBezTo>
                  <a:pt x="240030" y="5301869"/>
                  <a:pt x="230632" y="5264785"/>
                  <a:pt x="221742" y="5227447"/>
                </a:cubicBezTo>
                <a:lnTo>
                  <a:pt x="258826" y="5218684"/>
                </a:lnTo>
                <a:cubicBezTo>
                  <a:pt x="267589" y="5255641"/>
                  <a:pt x="276860" y="5292344"/>
                  <a:pt x="286639" y="5328920"/>
                </a:cubicBezTo>
                <a:close/>
                <a:moveTo>
                  <a:pt x="83058" y="5120894"/>
                </a:moveTo>
                <a:cubicBezTo>
                  <a:pt x="75565" y="5083429"/>
                  <a:pt x="68580" y="5045837"/>
                  <a:pt x="62103" y="5008118"/>
                </a:cubicBezTo>
                <a:lnTo>
                  <a:pt x="99695" y="5001641"/>
                </a:lnTo>
                <a:cubicBezTo>
                  <a:pt x="106172" y="5039106"/>
                  <a:pt x="113030" y="5076317"/>
                  <a:pt x="120523" y="5113401"/>
                </a:cubicBezTo>
                <a:close/>
                <a:moveTo>
                  <a:pt x="38862" y="4856861"/>
                </a:moveTo>
                <a:cubicBezTo>
                  <a:pt x="33782" y="4819015"/>
                  <a:pt x="29083" y="4780915"/>
                  <a:pt x="25019" y="4742815"/>
                </a:cubicBezTo>
                <a:lnTo>
                  <a:pt x="62865" y="4738751"/>
                </a:lnTo>
                <a:cubicBezTo>
                  <a:pt x="66929" y="4776597"/>
                  <a:pt x="71501" y="4814316"/>
                  <a:pt x="76581" y="4851781"/>
                </a:cubicBezTo>
                <a:close/>
                <a:moveTo>
                  <a:pt x="11176" y="4590542"/>
                </a:moveTo>
                <a:cubicBezTo>
                  <a:pt x="8382" y="4552442"/>
                  <a:pt x="6223" y="4514215"/>
                  <a:pt x="4445" y="4475734"/>
                </a:cubicBezTo>
                <a:lnTo>
                  <a:pt x="42545" y="4473956"/>
                </a:lnTo>
                <a:cubicBezTo>
                  <a:pt x="44323" y="4512056"/>
                  <a:pt x="46482" y="4549902"/>
                  <a:pt x="49276" y="4587748"/>
                </a:cubicBezTo>
                <a:close/>
                <a:moveTo>
                  <a:pt x="254" y="4322826"/>
                </a:moveTo>
                <a:cubicBezTo>
                  <a:pt x="127" y="4308094"/>
                  <a:pt x="0" y="4293489"/>
                  <a:pt x="0" y="4278757"/>
                </a:cubicBezTo>
                <a:lnTo>
                  <a:pt x="19050" y="4278757"/>
                </a:lnTo>
                <a:lnTo>
                  <a:pt x="0" y="4278757"/>
                </a:lnTo>
                <a:cubicBezTo>
                  <a:pt x="0" y="4240276"/>
                  <a:pt x="508" y="4201922"/>
                  <a:pt x="1524" y="4163695"/>
                </a:cubicBezTo>
                <a:lnTo>
                  <a:pt x="39624" y="4164711"/>
                </a:lnTo>
                <a:cubicBezTo>
                  <a:pt x="38608" y="4202557"/>
                  <a:pt x="38100" y="4240657"/>
                  <a:pt x="38100" y="4278757"/>
                </a:cubicBezTo>
                <a:lnTo>
                  <a:pt x="19050" y="4278757"/>
                </a:lnTo>
                <a:lnTo>
                  <a:pt x="38100" y="4278757"/>
                </a:lnTo>
                <a:cubicBezTo>
                  <a:pt x="38100" y="4293362"/>
                  <a:pt x="38227" y="4307840"/>
                  <a:pt x="38354" y="4322445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1897354" y="4701804"/>
            <a:ext cx="2405374" cy="92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Выполнение  нормативов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1897354" y="3177148"/>
            <a:ext cx="4992183" cy="94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Управление персоналом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"под ключ"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1867352" y="7883752"/>
            <a:ext cx="5141182" cy="92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Соблюдение требований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охраны труда</a:t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871030" y="4787008"/>
            <a:ext cx="822044" cy="746754"/>
          </a:xfrm>
          <a:custGeom>
            <a:avLst/>
            <a:gdLst/>
            <a:ahLst/>
            <a:cxnLst/>
            <a:rect l="l" t="t" r="r" b="b"/>
            <a:pathLst>
              <a:path w="822044" h="746754" extrusionOk="0">
                <a:moveTo>
                  <a:pt x="0" y="0"/>
                </a:moveTo>
                <a:lnTo>
                  <a:pt x="822044" y="0"/>
                </a:lnTo>
                <a:lnTo>
                  <a:pt x="822044" y="746754"/>
                </a:lnTo>
                <a:lnTo>
                  <a:pt x="0" y="746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695" r="-7695"/>
            </a:stretch>
          </a:blipFill>
          <a:ln>
            <a:noFill/>
          </a:ln>
        </p:spPr>
      </p:sp>
      <p:sp>
        <p:nvSpPr>
          <p:cNvPr id="293" name="Google Shape;293;p21"/>
          <p:cNvSpPr/>
          <p:nvPr/>
        </p:nvSpPr>
        <p:spPr>
          <a:xfrm>
            <a:off x="892548" y="3277757"/>
            <a:ext cx="716228" cy="673840"/>
          </a:xfrm>
          <a:custGeom>
            <a:avLst/>
            <a:gdLst/>
            <a:ahLst/>
            <a:cxnLst/>
            <a:rect l="l" t="t" r="r" b="b"/>
            <a:pathLst>
              <a:path w="716228" h="673840" extrusionOk="0">
                <a:moveTo>
                  <a:pt x="0" y="0"/>
                </a:moveTo>
                <a:lnTo>
                  <a:pt x="716228" y="0"/>
                </a:lnTo>
                <a:lnTo>
                  <a:pt x="716228" y="673840"/>
                </a:lnTo>
                <a:lnTo>
                  <a:pt x="0" y="673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145" b="-3145"/>
            </a:stretch>
          </a:blipFill>
          <a:ln>
            <a:noFill/>
          </a:ln>
        </p:spPr>
      </p:sp>
      <p:sp>
        <p:nvSpPr>
          <p:cNvPr id="294" name="Google Shape;294;p21"/>
          <p:cNvSpPr/>
          <p:nvPr/>
        </p:nvSpPr>
        <p:spPr>
          <a:xfrm>
            <a:off x="854712" y="6298994"/>
            <a:ext cx="763091" cy="760091"/>
          </a:xfrm>
          <a:custGeom>
            <a:avLst/>
            <a:gdLst/>
            <a:ahLst/>
            <a:cxnLst/>
            <a:rect l="l" t="t" r="r" b="b"/>
            <a:pathLst>
              <a:path w="763091" h="760091" extrusionOk="0">
                <a:moveTo>
                  <a:pt x="0" y="0"/>
                </a:moveTo>
                <a:lnTo>
                  <a:pt x="763091" y="0"/>
                </a:lnTo>
                <a:lnTo>
                  <a:pt x="763091" y="760090"/>
                </a:lnTo>
                <a:lnTo>
                  <a:pt x="0" y="760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04" b="-904"/>
            </a:stretch>
          </a:blipFill>
          <a:ln>
            <a:noFill/>
          </a:ln>
        </p:spPr>
      </p:sp>
      <p:sp>
        <p:nvSpPr>
          <p:cNvPr id="295" name="Google Shape;295;p21"/>
          <p:cNvSpPr/>
          <p:nvPr/>
        </p:nvSpPr>
        <p:spPr>
          <a:xfrm>
            <a:off x="832066" y="7871052"/>
            <a:ext cx="887093" cy="790018"/>
          </a:xfrm>
          <a:custGeom>
            <a:avLst/>
            <a:gdLst/>
            <a:ahLst/>
            <a:cxnLst/>
            <a:rect l="l" t="t" r="r" b="b"/>
            <a:pathLst>
              <a:path w="887093" h="790018" extrusionOk="0">
                <a:moveTo>
                  <a:pt x="0" y="0"/>
                </a:moveTo>
                <a:lnTo>
                  <a:pt x="887093" y="0"/>
                </a:lnTo>
                <a:lnTo>
                  <a:pt x="887093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3168" r="-3168"/>
            </a:stretch>
          </a:blipFill>
          <a:ln>
            <a:noFill/>
          </a:ln>
        </p:spPr>
      </p:sp>
      <p:sp>
        <p:nvSpPr>
          <p:cNvPr id="296" name="Google Shape;296;p21"/>
          <p:cNvSpPr/>
          <p:nvPr/>
        </p:nvSpPr>
        <p:spPr>
          <a:xfrm>
            <a:off x="9175458" y="4340340"/>
            <a:ext cx="415761" cy="445863"/>
          </a:xfrm>
          <a:custGeom>
            <a:avLst/>
            <a:gdLst/>
            <a:ahLst/>
            <a:cxnLst/>
            <a:rect l="l" t="t" r="r" b="b"/>
            <a:pathLst>
              <a:path w="415761" h="445863" extrusionOk="0">
                <a:moveTo>
                  <a:pt x="0" y="0"/>
                </a:moveTo>
                <a:lnTo>
                  <a:pt x="415761" y="0"/>
                </a:lnTo>
                <a:lnTo>
                  <a:pt x="415761" y="445863"/>
                </a:lnTo>
                <a:lnTo>
                  <a:pt x="0" y="445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3620" r="-3620"/>
            </a:stretch>
          </a:blipFill>
          <a:ln>
            <a:noFill/>
          </a:ln>
        </p:spPr>
      </p:sp>
      <p:sp>
        <p:nvSpPr>
          <p:cNvPr id="297" name="Google Shape;297;p21"/>
          <p:cNvSpPr/>
          <p:nvPr/>
        </p:nvSpPr>
        <p:spPr>
          <a:xfrm>
            <a:off x="9145760" y="5384476"/>
            <a:ext cx="423303" cy="454912"/>
          </a:xfrm>
          <a:custGeom>
            <a:avLst/>
            <a:gdLst/>
            <a:ahLst/>
            <a:cxnLst/>
            <a:rect l="l" t="t" r="r" b="b"/>
            <a:pathLst>
              <a:path w="423303" h="454912" extrusionOk="0">
                <a:moveTo>
                  <a:pt x="0" y="0"/>
                </a:moveTo>
                <a:lnTo>
                  <a:pt x="423302" y="0"/>
                </a:lnTo>
                <a:lnTo>
                  <a:pt x="423302" y="454913"/>
                </a:lnTo>
                <a:lnTo>
                  <a:pt x="0" y="454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3733" r="-3733"/>
            </a:stretch>
          </a:blipFill>
          <a:ln>
            <a:noFill/>
          </a:ln>
        </p:spPr>
      </p:sp>
      <p:sp>
        <p:nvSpPr>
          <p:cNvPr id="298" name="Google Shape;298;p21"/>
          <p:cNvSpPr/>
          <p:nvPr/>
        </p:nvSpPr>
        <p:spPr>
          <a:xfrm>
            <a:off x="9144000" y="7584722"/>
            <a:ext cx="412668" cy="443484"/>
          </a:xfrm>
          <a:custGeom>
            <a:avLst/>
            <a:gdLst/>
            <a:ahLst/>
            <a:cxnLst/>
            <a:rect l="l" t="t" r="r" b="b"/>
            <a:pathLst>
              <a:path w="412668" h="443484" extrusionOk="0">
                <a:moveTo>
                  <a:pt x="0" y="0"/>
                </a:moveTo>
                <a:lnTo>
                  <a:pt x="412668" y="0"/>
                </a:lnTo>
                <a:lnTo>
                  <a:pt x="412668" y="443484"/>
                </a:lnTo>
                <a:lnTo>
                  <a:pt x="0" y="443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l="-3733" r="-3733"/>
            </a:stretch>
          </a:blipFill>
          <a:ln>
            <a:noFill/>
          </a:ln>
        </p:spPr>
      </p:sp>
      <p:sp>
        <p:nvSpPr>
          <p:cNvPr id="299" name="Google Shape;299;p21"/>
          <p:cNvSpPr/>
          <p:nvPr/>
        </p:nvSpPr>
        <p:spPr>
          <a:xfrm>
            <a:off x="9144879" y="6440958"/>
            <a:ext cx="417984" cy="448055"/>
          </a:xfrm>
          <a:custGeom>
            <a:avLst/>
            <a:gdLst/>
            <a:ahLst/>
            <a:cxnLst/>
            <a:rect l="l" t="t" r="r" b="b"/>
            <a:pathLst>
              <a:path w="417984" h="448055" extrusionOk="0">
                <a:moveTo>
                  <a:pt x="0" y="0"/>
                </a:moveTo>
                <a:lnTo>
                  <a:pt x="417984" y="0"/>
                </a:lnTo>
                <a:lnTo>
                  <a:pt x="417984" y="448055"/>
                </a:lnTo>
                <a:lnTo>
                  <a:pt x="0" y="448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l="-3597" r="-3597"/>
            </a:stretch>
          </a:blipFill>
          <a:ln>
            <a:noFill/>
          </a:ln>
        </p:spPr>
      </p:sp>
      <p:sp>
        <p:nvSpPr>
          <p:cNvPr id="300" name="Google Shape;300;p21"/>
          <p:cNvSpPr txBox="1"/>
          <p:nvPr/>
        </p:nvSpPr>
        <p:spPr>
          <a:xfrm>
            <a:off x="9844839" y="4158161"/>
            <a:ext cx="7605374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71B32"/>
                </a:solidFill>
                <a:latin typeface="Open Sans"/>
                <a:ea typeface="Open Sans"/>
                <a:cs typeface="Open Sans"/>
                <a:sym typeface="Open Sans"/>
              </a:rPr>
              <a:t>Обеспечение ротации исполнителей ниже среднеотраслевого уровня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9844840" y="5256719"/>
            <a:ext cx="7376121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71B32"/>
                </a:solidFill>
                <a:latin typeface="Open Sans"/>
                <a:ea typeface="Open Sans"/>
                <a:cs typeface="Open Sans"/>
                <a:sym typeface="Open Sans"/>
              </a:rPr>
              <a:t>Наличие резерва для предоставления срочных замен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9844840" y="6334845"/>
            <a:ext cx="3119080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71B32"/>
                </a:solidFill>
                <a:latin typeface="Open Sans"/>
                <a:ea typeface="Open Sans"/>
                <a:cs typeface="Open Sans"/>
                <a:sym typeface="Open Sans"/>
              </a:rPr>
              <a:t>Материальная  ответственность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844840" y="7469938"/>
            <a:ext cx="3189861" cy="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71B32"/>
                </a:solidFill>
                <a:latin typeface="Open Sans"/>
                <a:ea typeface="Open Sans"/>
                <a:cs typeface="Open Sans"/>
                <a:sym typeface="Open Sans"/>
              </a:rPr>
              <a:t>Ответственность  за результат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9144000" y="3325348"/>
            <a:ext cx="4194011" cy="5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Гарантии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306" name="Google Shape;306;p21"/>
          <p:cNvSpPr txBox="1"/>
          <p:nvPr/>
        </p:nvSpPr>
        <p:spPr>
          <a:xfrm>
            <a:off x="2588235" y="624615"/>
            <a:ext cx="15699763" cy="1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КЛЮЧЕВЫЕ СОСТАВЛЯЮЩИЕ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2588236" y="1753980"/>
            <a:ext cx="9942125" cy="48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УСЛУГИ АУТСОРСИНГА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1787037" y="6279513"/>
            <a:ext cx="4412163" cy="97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Оценка качества по  обратной связи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314" name="Google Shape;314;p22"/>
          <p:cNvSpPr/>
          <p:nvPr/>
        </p:nvSpPr>
        <p:spPr>
          <a:xfrm>
            <a:off x="0" y="964"/>
            <a:ext cx="12672822" cy="10287000"/>
          </a:xfrm>
          <a:custGeom>
            <a:avLst/>
            <a:gdLst/>
            <a:ahLst/>
            <a:cxnLst/>
            <a:rect l="l" t="t" r="r" b="b"/>
            <a:pathLst>
              <a:path w="12672822" h="10287000" extrusionOk="0">
                <a:moveTo>
                  <a:pt x="0" y="0"/>
                </a:moveTo>
                <a:lnTo>
                  <a:pt x="12672822" y="0"/>
                </a:lnTo>
                <a:lnTo>
                  <a:pt x="126728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15" name="Google Shape;315;p22"/>
          <p:cNvSpPr txBox="1"/>
          <p:nvPr/>
        </p:nvSpPr>
        <p:spPr>
          <a:xfrm>
            <a:off x="1179614" y="3710213"/>
            <a:ext cx="8332800" cy="24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25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Крупнейшие производственные, торговые и сервисные компании ежедневно пользуются нашими услугами. Постоянное обучение персонала и собственное ПО, которое непрерывно развивается.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2969449" y="6685100"/>
            <a:ext cx="333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Клиентов сервиса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3007582" y="7419337"/>
            <a:ext cx="249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Смен в год</a:t>
            </a:r>
            <a:endParaRPr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2589686" y="8169044"/>
            <a:ext cx="30555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2652557" y="8765293"/>
            <a:ext cx="39612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8103000" y="6680875"/>
            <a:ext cx="38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Инвентаризаций в год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8223680" y="7888774"/>
            <a:ext cx="303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Собственных ТСД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1176715" y="2903078"/>
            <a:ext cx="7964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Единые стандарты по всей географии проекта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1189793" y="6577200"/>
            <a:ext cx="114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200+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1181100" y="7334675"/>
            <a:ext cx="258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15000+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1179616" y="8092123"/>
            <a:ext cx="73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1176717" y="8684769"/>
            <a:ext cx="73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6615202" y="6569675"/>
            <a:ext cx="238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5000+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6615202" y="7792550"/>
            <a:ext cx="238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1500+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2588235" y="624615"/>
            <a:ext cx="15699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КЛЮЧЕВЫЕ СОСТАВЛЯЮЩИЕ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2588236" y="1753980"/>
            <a:ext cx="99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УСЛУГИ </a:t>
            </a:r>
            <a:r>
              <a:rPr lang="en-US" sz="3000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ИНВЕНТАРИЗАЦИИ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/>
          <p:nvPr/>
        </p:nvSpPr>
        <p:spPr>
          <a:xfrm>
            <a:off x="8218925" y="2861502"/>
            <a:ext cx="14350174" cy="6063615"/>
          </a:xfrm>
          <a:custGeom>
            <a:avLst/>
            <a:gdLst/>
            <a:ahLst/>
            <a:cxnLst/>
            <a:rect l="l" t="t" r="r" b="b"/>
            <a:pathLst>
              <a:path w="19133565" h="8084820" extrusionOk="0">
                <a:moveTo>
                  <a:pt x="0" y="4042410"/>
                </a:moveTo>
                <a:cubicBezTo>
                  <a:pt x="0" y="1809877"/>
                  <a:pt x="1809877" y="0"/>
                  <a:pt x="4042410" y="0"/>
                </a:cubicBezTo>
                <a:lnTo>
                  <a:pt x="15091156" y="0"/>
                </a:lnTo>
                <a:cubicBezTo>
                  <a:pt x="17323688" y="0"/>
                  <a:pt x="19133565" y="1809877"/>
                  <a:pt x="19133565" y="4042410"/>
                </a:cubicBezTo>
                <a:cubicBezTo>
                  <a:pt x="19133565" y="6274943"/>
                  <a:pt x="17323688" y="8084820"/>
                  <a:pt x="15091156" y="8084820"/>
                </a:cubicBezTo>
                <a:lnTo>
                  <a:pt x="4042410" y="8084820"/>
                </a:lnTo>
                <a:cubicBezTo>
                  <a:pt x="1809877" y="8084820"/>
                  <a:pt x="0" y="6274943"/>
                  <a:pt x="0" y="4042410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7967595" y="2795212"/>
            <a:ext cx="14498954" cy="6196203"/>
          </a:xfrm>
          <a:custGeom>
            <a:avLst/>
            <a:gdLst/>
            <a:ahLst/>
            <a:cxnLst/>
            <a:rect l="l" t="t" r="r" b="b"/>
            <a:pathLst>
              <a:path w="19331939" h="8261604" extrusionOk="0">
                <a:moveTo>
                  <a:pt x="8255" y="4010914"/>
                </a:moveTo>
                <a:cubicBezTo>
                  <a:pt x="10668" y="3972560"/>
                  <a:pt x="13462" y="3934460"/>
                  <a:pt x="16891" y="3896360"/>
                </a:cubicBezTo>
                <a:lnTo>
                  <a:pt x="54864" y="3899789"/>
                </a:lnTo>
                <a:cubicBezTo>
                  <a:pt x="51562" y="3937508"/>
                  <a:pt x="48641" y="3975354"/>
                  <a:pt x="46355" y="4013327"/>
                </a:cubicBezTo>
                <a:close/>
                <a:moveTo>
                  <a:pt x="71247" y="3746627"/>
                </a:moveTo>
                <a:cubicBezTo>
                  <a:pt x="75946" y="3708654"/>
                  <a:pt x="81280" y="3670808"/>
                  <a:pt x="86995" y="3633089"/>
                </a:cubicBezTo>
                <a:lnTo>
                  <a:pt x="124714" y="3638804"/>
                </a:lnTo>
                <a:cubicBezTo>
                  <a:pt x="118999" y="3676142"/>
                  <a:pt x="113792" y="3713607"/>
                  <a:pt x="109093" y="3751326"/>
                </a:cubicBezTo>
                <a:close/>
                <a:moveTo>
                  <a:pt x="150622" y="3486785"/>
                </a:moveTo>
                <a:cubicBezTo>
                  <a:pt x="157734" y="3449066"/>
                  <a:pt x="165354" y="3411601"/>
                  <a:pt x="173482" y="3374263"/>
                </a:cubicBezTo>
                <a:lnTo>
                  <a:pt x="210693" y="3382391"/>
                </a:lnTo>
                <a:cubicBezTo>
                  <a:pt x="202692" y="3419348"/>
                  <a:pt x="195072" y="3456559"/>
                  <a:pt x="187960" y="3493897"/>
                </a:cubicBezTo>
                <a:close/>
                <a:moveTo>
                  <a:pt x="245999" y="3232531"/>
                </a:moveTo>
                <a:cubicBezTo>
                  <a:pt x="255524" y="3195320"/>
                  <a:pt x="265557" y="3158363"/>
                  <a:pt x="275971" y="3121533"/>
                </a:cubicBezTo>
                <a:lnTo>
                  <a:pt x="312674" y="3131947"/>
                </a:lnTo>
                <a:cubicBezTo>
                  <a:pt x="302260" y="3168396"/>
                  <a:pt x="292354" y="3205099"/>
                  <a:pt x="282956" y="3241929"/>
                </a:cubicBezTo>
                <a:close/>
                <a:moveTo>
                  <a:pt x="357505" y="2984627"/>
                </a:moveTo>
                <a:cubicBezTo>
                  <a:pt x="369316" y="2948178"/>
                  <a:pt x="381635" y="2911983"/>
                  <a:pt x="394335" y="2875915"/>
                </a:cubicBezTo>
                <a:lnTo>
                  <a:pt x="430276" y="2888615"/>
                </a:lnTo>
                <a:cubicBezTo>
                  <a:pt x="417576" y="2924302"/>
                  <a:pt x="405384" y="2960243"/>
                  <a:pt x="393700" y="2996311"/>
                </a:cubicBezTo>
                <a:close/>
                <a:moveTo>
                  <a:pt x="484378" y="2744216"/>
                </a:moveTo>
                <a:cubicBezTo>
                  <a:pt x="498475" y="2708656"/>
                  <a:pt x="512953" y="2673223"/>
                  <a:pt x="528066" y="2638171"/>
                </a:cubicBezTo>
                <a:lnTo>
                  <a:pt x="563118" y="2653157"/>
                </a:lnTo>
                <a:cubicBezTo>
                  <a:pt x="548259" y="2687955"/>
                  <a:pt x="533781" y="2723007"/>
                  <a:pt x="519811" y="2758313"/>
                </a:cubicBezTo>
                <a:close/>
                <a:moveTo>
                  <a:pt x="626110" y="2512568"/>
                </a:moveTo>
                <a:cubicBezTo>
                  <a:pt x="642366" y="2477897"/>
                  <a:pt x="659130" y="2443480"/>
                  <a:pt x="676402" y="2409317"/>
                </a:cubicBezTo>
                <a:lnTo>
                  <a:pt x="710438" y="2426462"/>
                </a:lnTo>
                <a:cubicBezTo>
                  <a:pt x="693420" y="2460244"/>
                  <a:pt x="676783" y="2494407"/>
                  <a:pt x="660654" y="2528824"/>
                </a:cubicBezTo>
                <a:close/>
                <a:moveTo>
                  <a:pt x="782193" y="2290191"/>
                </a:moveTo>
                <a:cubicBezTo>
                  <a:pt x="800608" y="2256663"/>
                  <a:pt x="819531" y="2223262"/>
                  <a:pt x="838835" y="2190242"/>
                </a:cubicBezTo>
                <a:lnTo>
                  <a:pt x="871728" y="2209546"/>
                </a:lnTo>
                <a:cubicBezTo>
                  <a:pt x="852551" y="2242312"/>
                  <a:pt x="833882" y="2275332"/>
                  <a:pt x="815594" y="2308606"/>
                </a:cubicBezTo>
                <a:close/>
                <a:moveTo>
                  <a:pt x="951992" y="2077974"/>
                </a:moveTo>
                <a:cubicBezTo>
                  <a:pt x="972439" y="2045589"/>
                  <a:pt x="993394" y="2013585"/>
                  <a:pt x="1014730" y="1981835"/>
                </a:cubicBezTo>
                <a:lnTo>
                  <a:pt x="1046353" y="2003044"/>
                </a:lnTo>
                <a:cubicBezTo>
                  <a:pt x="1025144" y="2034540"/>
                  <a:pt x="1004443" y="2066290"/>
                  <a:pt x="984123" y="2098294"/>
                </a:cubicBezTo>
                <a:close/>
                <a:moveTo>
                  <a:pt x="1134618" y="1876679"/>
                </a:moveTo>
                <a:cubicBezTo>
                  <a:pt x="1157097" y="1845691"/>
                  <a:pt x="1179957" y="1815084"/>
                  <a:pt x="1203325" y="1784731"/>
                </a:cubicBezTo>
                <a:lnTo>
                  <a:pt x="1233551" y="1807972"/>
                </a:lnTo>
                <a:cubicBezTo>
                  <a:pt x="1210437" y="1838071"/>
                  <a:pt x="1187831" y="1868424"/>
                  <a:pt x="1165479" y="1899158"/>
                </a:cubicBezTo>
                <a:close/>
                <a:moveTo>
                  <a:pt x="976630" y="1560449"/>
                </a:moveTo>
                <a:cubicBezTo>
                  <a:pt x="1001014" y="1530985"/>
                  <a:pt x="1025779" y="1501775"/>
                  <a:pt x="1050925" y="1472946"/>
                </a:cubicBezTo>
                <a:lnTo>
                  <a:pt x="1079627" y="1497965"/>
                </a:lnTo>
                <a:cubicBezTo>
                  <a:pt x="1054735" y="1526540"/>
                  <a:pt x="1030224" y="1555496"/>
                  <a:pt x="1005967" y="1584706"/>
                </a:cubicBezTo>
                <a:close/>
                <a:moveTo>
                  <a:pt x="1182878" y="1383538"/>
                </a:moveTo>
                <a:cubicBezTo>
                  <a:pt x="1209040" y="1355598"/>
                  <a:pt x="1235583" y="1328039"/>
                  <a:pt x="1262380" y="1300734"/>
                </a:cubicBezTo>
                <a:lnTo>
                  <a:pt x="1289431" y="1327531"/>
                </a:lnTo>
                <a:cubicBezTo>
                  <a:pt x="1262761" y="1354582"/>
                  <a:pt x="1236472" y="1381887"/>
                  <a:pt x="1210564" y="1409573"/>
                </a:cubicBezTo>
                <a:close/>
                <a:moveTo>
                  <a:pt x="1342517" y="1169670"/>
                </a:moveTo>
                <a:cubicBezTo>
                  <a:pt x="1370330" y="1143381"/>
                  <a:pt x="1398524" y="1117473"/>
                  <a:pt x="1427099" y="1091946"/>
                </a:cubicBezTo>
                <a:lnTo>
                  <a:pt x="1452499" y="1120394"/>
                </a:lnTo>
                <a:cubicBezTo>
                  <a:pt x="1424178" y="1145667"/>
                  <a:pt x="1396238" y="1171321"/>
                  <a:pt x="1368679" y="1197356"/>
                </a:cubicBezTo>
                <a:close/>
                <a:moveTo>
                  <a:pt x="1543050" y="991997"/>
                </a:moveTo>
                <a:cubicBezTo>
                  <a:pt x="1572387" y="967486"/>
                  <a:pt x="1602232" y="943483"/>
                  <a:pt x="1632204" y="919734"/>
                </a:cubicBezTo>
                <a:lnTo>
                  <a:pt x="1655826" y="949706"/>
                </a:lnTo>
                <a:cubicBezTo>
                  <a:pt x="1625981" y="973201"/>
                  <a:pt x="1596517" y="997077"/>
                  <a:pt x="1567434" y="1021334"/>
                </a:cubicBezTo>
                <a:close/>
                <a:moveTo>
                  <a:pt x="1778508" y="856488"/>
                </a:moveTo>
                <a:cubicBezTo>
                  <a:pt x="1809369" y="833882"/>
                  <a:pt x="1840611" y="811657"/>
                  <a:pt x="1871980" y="789940"/>
                </a:cubicBezTo>
                <a:lnTo>
                  <a:pt x="1893697" y="821309"/>
                </a:lnTo>
                <a:cubicBezTo>
                  <a:pt x="1862455" y="842899"/>
                  <a:pt x="1831594" y="864870"/>
                  <a:pt x="1800987" y="887349"/>
                </a:cubicBezTo>
                <a:close/>
                <a:moveTo>
                  <a:pt x="2021840" y="735965"/>
                </a:moveTo>
                <a:cubicBezTo>
                  <a:pt x="2054098" y="715391"/>
                  <a:pt x="2086610" y="695071"/>
                  <a:pt x="2119376" y="675259"/>
                </a:cubicBezTo>
                <a:lnTo>
                  <a:pt x="2092198" y="647700"/>
                </a:lnTo>
                <a:cubicBezTo>
                  <a:pt x="2059686" y="667258"/>
                  <a:pt x="2027428" y="687324"/>
                  <a:pt x="1995551" y="707771"/>
                </a:cubicBezTo>
                <a:close/>
                <a:moveTo>
                  <a:pt x="2225548" y="570357"/>
                </a:moveTo>
                <a:cubicBezTo>
                  <a:pt x="2258949" y="551815"/>
                  <a:pt x="2292604" y="533654"/>
                  <a:pt x="2326640" y="516001"/>
                </a:cubicBezTo>
                <a:lnTo>
                  <a:pt x="2344293" y="549783"/>
                </a:lnTo>
                <a:cubicBezTo>
                  <a:pt x="2310638" y="567309"/>
                  <a:pt x="2277237" y="585343"/>
                  <a:pt x="2244090" y="603758"/>
                </a:cubicBezTo>
                <a:close/>
                <a:moveTo>
                  <a:pt x="2482215" y="481076"/>
                </a:moveTo>
                <a:cubicBezTo>
                  <a:pt x="2516759" y="464693"/>
                  <a:pt x="2551430" y="448691"/>
                  <a:pt x="2586482" y="433070"/>
                </a:cubicBezTo>
                <a:lnTo>
                  <a:pt x="2601976" y="467868"/>
                </a:lnTo>
                <a:cubicBezTo>
                  <a:pt x="2567305" y="483235"/>
                  <a:pt x="2532888" y="499110"/>
                  <a:pt x="2498725" y="515366"/>
                </a:cubicBezTo>
                <a:close/>
                <a:moveTo>
                  <a:pt x="2743962" y="407797"/>
                </a:moveTo>
                <a:cubicBezTo>
                  <a:pt x="2779395" y="393573"/>
                  <a:pt x="2815209" y="379730"/>
                  <a:pt x="2851150" y="366395"/>
                </a:cubicBezTo>
                <a:lnTo>
                  <a:pt x="2864358" y="402082"/>
                </a:lnTo>
                <a:cubicBezTo>
                  <a:pt x="2828671" y="415290"/>
                  <a:pt x="2793365" y="429006"/>
                  <a:pt x="2758186" y="443103"/>
                </a:cubicBezTo>
                <a:close/>
                <a:moveTo>
                  <a:pt x="3009773" y="351155"/>
                </a:moveTo>
                <a:cubicBezTo>
                  <a:pt x="3046095" y="339217"/>
                  <a:pt x="3082544" y="327660"/>
                  <a:pt x="3119247" y="316611"/>
                </a:cubicBezTo>
                <a:lnTo>
                  <a:pt x="3130169" y="353060"/>
                </a:lnTo>
                <a:cubicBezTo>
                  <a:pt x="3093720" y="363982"/>
                  <a:pt x="3057652" y="375412"/>
                  <a:pt x="3021584" y="387350"/>
                </a:cubicBezTo>
                <a:close/>
                <a:moveTo>
                  <a:pt x="3278505" y="311277"/>
                </a:moveTo>
                <a:cubicBezTo>
                  <a:pt x="3315462" y="301625"/>
                  <a:pt x="3352546" y="292354"/>
                  <a:pt x="3389884" y="283718"/>
                </a:cubicBezTo>
                <a:lnTo>
                  <a:pt x="3398520" y="320802"/>
                </a:lnTo>
                <a:cubicBezTo>
                  <a:pt x="3361563" y="329438"/>
                  <a:pt x="3324733" y="338582"/>
                  <a:pt x="3288157" y="348107"/>
                </a:cubicBezTo>
                <a:close/>
                <a:moveTo>
                  <a:pt x="3549269" y="288417"/>
                </a:moveTo>
                <a:cubicBezTo>
                  <a:pt x="3586734" y="281051"/>
                  <a:pt x="3624326" y="274193"/>
                  <a:pt x="3662172" y="267843"/>
                </a:cubicBezTo>
                <a:lnTo>
                  <a:pt x="3668522" y="305435"/>
                </a:lnTo>
                <a:cubicBezTo>
                  <a:pt x="3631057" y="311785"/>
                  <a:pt x="3593719" y="318516"/>
                  <a:pt x="3556635" y="325755"/>
                </a:cubicBezTo>
                <a:close/>
                <a:moveTo>
                  <a:pt x="3820795" y="282448"/>
                </a:moveTo>
                <a:cubicBezTo>
                  <a:pt x="3858641" y="277495"/>
                  <a:pt x="3896741" y="272923"/>
                  <a:pt x="3934968" y="268986"/>
                </a:cubicBezTo>
                <a:lnTo>
                  <a:pt x="3938905" y="306832"/>
                </a:lnTo>
                <a:cubicBezTo>
                  <a:pt x="3901059" y="310769"/>
                  <a:pt x="3863340" y="315214"/>
                  <a:pt x="3825748" y="320167"/>
                </a:cubicBezTo>
                <a:close/>
                <a:moveTo>
                  <a:pt x="3988435" y="10414"/>
                </a:moveTo>
                <a:cubicBezTo>
                  <a:pt x="4026535" y="7747"/>
                  <a:pt x="4064762" y="5588"/>
                  <a:pt x="4103116" y="4064"/>
                </a:cubicBezTo>
                <a:lnTo>
                  <a:pt x="4104767" y="42164"/>
                </a:lnTo>
                <a:cubicBezTo>
                  <a:pt x="4066794" y="43815"/>
                  <a:pt x="4028821" y="45847"/>
                  <a:pt x="3991102" y="48514"/>
                </a:cubicBezTo>
                <a:close/>
                <a:moveTo>
                  <a:pt x="4256151" y="127"/>
                </a:moveTo>
                <a:cubicBezTo>
                  <a:pt x="4267200" y="0"/>
                  <a:pt x="4278376" y="0"/>
                  <a:pt x="4289552" y="0"/>
                </a:cubicBezTo>
                <a:lnTo>
                  <a:pt x="4370832" y="0"/>
                </a:lnTo>
                <a:lnTo>
                  <a:pt x="4370832" y="38100"/>
                </a:lnTo>
                <a:lnTo>
                  <a:pt x="4289552" y="38100"/>
                </a:lnTo>
                <a:lnTo>
                  <a:pt x="4289552" y="19050"/>
                </a:lnTo>
                <a:lnTo>
                  <a:pt x="4289552" y="38100"/>
                </a:lnTo>
                <a:cubicBezTo>
                  <a:pt x="4278503" y="38100"/>
                  <a:pt x="4267454" y="38100"/>
                  <a:pt x="4256532" y="38227"/>
                </a:cubicBezTo>
                <a:close/>
                <a:moveTo>
                  <a:pt x="4523232" y="0"/>
                </a:moveTo>
                <a:lnTo>
                  <a:pt x="4637532" y="0"/>
                </a:lnTo>
                <a:lnTo>
                  <a:pt x="4637532" y="38100"/>
                </a:lnTo>
                <a:lnTo>
                  <a:pt x="4523232" y="38100"/>
                </a:lnTo>
                <a:close/>
                <a:moveTo>
                  <a:pt x="4789932" y="38100"/>
                </a:moveTo>
                <a:lnTo>
                  <a:pt x="4904232" y="38100"/>
                </a:lnTo>
                <a:lnTo>
                  <a:pt x="4789932" y="38100"/>
                </a:lnTo>
                <a:close/>
                <a:moveTo>
                  <a:pt x="5056632" y="38100"/>
                </a:moveTo>
                <a:lnTo>
                  <a:pt x="5170932" y="38100"/>
                </a:lnTo>
                <a:lnTo>
                  <a:pt x="5056632" y="38100"/>
                </a:lnTo>
                <a:close/>
                <a:moveTo>
                  <a:pt x="5323332" y="38100"/>
                </a:moveTo>
                <a:lnTo>
                  <a:pt x="5437632" y="38100"/>
                </a:lnTo>
                <a:lnTo>
                  <a:pt x="5323332" y="38100"/>
                </a:lnTo>
                <a:close/>
                <a:moveTo>
                  <a:pt x="5590032" y="38100"/>
                </a:moveTo>
                <a:lnTo>
                  <a:pt x="5704332" y="38100"/>
                </a:lnTo>
                <a:lnTo>
                  <a:pt x="5590032" y="38100"/>
                </a:lnTo>
                <a:close/>
                <a:moveTo>
                  <a:pt x="5856732" y="38100"/>
                </a:moveTo>
                <a:lnTo>
                  <a:pt x="5971032" y="38100"/>
                </a:lnTo>
                <a:lnTo>
                  <a:pt x="5856732" y="38100"/>
                </a:lnTo>
                <a:close/>
                <a:moveTo>
                  <a:pt x="6123432" y="38100"/>
                </a:moveTo>
                <a:lnTo>
                  <a:pt x="6237732" y="38100"/>
                </a:lnTo>
                <a:lnTo>
                  <a:pt x="6123432" y="38100"/>
                </a:lnTo>
                <a:close/>
                <a:moveTo>
                  <a:pt x="6390132" y="38100"/>
                </a:moveTo>
                <a:lnTo>
                  <a:pt x="6504432" y="38100"/>
                </a:lnTo>
                <a:lnTo>
                  <a:pt x="6390132" y="38100"/>
                </a:lnTo>
                <a:close/>
                <a:moveTo>
                  <a:pt x="6656832" y="38100"/>
                </a:moveTo>
                <a:lnTo>
                  <a:pt x="6771132" y="38100"/>
                </a:lnTo>
                <a:lnTo>
                  <a:pt x="6656832" y="38100"/>
                </a:lnTo>
                <a:close/>
                <a:moveTo>
                  <a:pt x="6923532" y="38100"/>
                </a:moveTo>
                <a:lnTo>
                  <a:pt x="7037832" y="38100"/>
                </a:lnTo>
                <a:lnTo>
                  <a:pt x="6923532" y="38100"/>
                </a:lnTo>
                <a:close/>
                <a:moveTo>
                  <a:pt x="7190232" y="38100"/>
                </a:moveTo>
                <a:lnTo>
                  <a:pt x="7304532" y="38100"/>
                </a:lnTo>
                <a:lnTo>
                  <a:pt x="7190232" y="38100"/>
                </a:lnTo>
                <a:close/>
                <a:moveTo>
                  <a:pt x="7456932" y="38100"/>
                </a:moveTo>
                <a:lnTo>
                  <a:pt x="7571232" y="38100"/>
                </a:lnTo>
                <a:lnTo>
                  <a:pt x="7456932" y="38100"/>
                </a:lnTo>
                <a:close/>
                <a:moveTo>
                  <a:pt x="7723632" y="38100"/>
                </a:moveTo>
                <a:lnTo>
                  <a:pt x="7837932" y="38100"/>
                </a:lnTo>
                <a:lnTo>
                  <a:pt x="7723632" y="38100"/>
                </a:lnTo>
                <a:close/>
                <a:moveTo>
                  <a:pt x="7990332" y="38100"/>
                </a:moveTo>
                <a:lnTo>
                  <a:pt x="8104632" y="38100"/>
                </a:lnTo>
                <a:lnTo>
                  <a:pt x="7990332" y="38100"/>
                </a:lnTo>
                <a:close/>
                <a:moveTo>
                  <a:pt x="8257032" y="38100"/>
                </a:moveTo>
                <a:lnTo>
                  <a:pt x="8371332" y="38100"/>
                </a:lnTo>
                <a:lnTo>
                  <a:pt x="8257032" y="38100"/>
                </a:lnTo>
                <a:close/>
                <a:moveTo>
                  <a:pt x="8523732" y="38100"/>
                </a:moveTo>
                <a:lnTo>
                  <a:pt x="8638032" y="38100"/>
                </a:lnTo>
                <a:lnTo>
                  <a:pt x="8523732" y="38100"/>
                </a:lnTo>
                <a:close/>
                <a:moveTo>
                  <a:pt x="8790432" y="38100"/>
                </a:moveTo>
                <a:lnTo>
                  <a:pt x="8904732" y="38100"/>
                </a:lnTo>
                <a:lnTo>
                  <a:pt x="8790432" y="38100"/>
                </a:lnTo>
                <a:close/>
                <a:moveTo>
                  <a:pt x="9057132" y="38100"/>
                </a:moveTo>
                <a:lnTo>
                  <a:pt x="9171432" y="38100"/>
                </a:lnTo>
                <a:lnTo>
                  <a:pt x="9057132" y="38100"/>
                </a:lnTo>
                <a:close/>
                <a:moveTo>
                  <a:pt x="9323832" y="38100"/>
                </a:moveTo>
                <a:lnTo>
                  <a:pt x="9438132" y="38100"/>
                </a:lnTo>
                <a:lnTo>
                  <a:pt x="9323832" y="38100"/>
                </a:lnTo>
                <a:close/>
                <a:moveTo>
                  <a:pt x="9590532" y="38100"/>
                </a:moveTo>
                <a:lnTo>
                  <a:pt x="9704832" y="38100"/>
                </a:lnTo>
                <a:lnTo>
                  <a:pt x="9590532" y="38100"/>
                </a:lnTo>
                <a:close/>
                <a:moveTo>
                  <a:pt x="9857232" y="38100"/>
                </a:moveTo>
                <a:lnTo>
                  <a:pt x="9971532" y="38100"/>
                </a:lnTo>
                <a:lnTo>
                  <a:pt x="9857232" y="38100"/>
                </a:lnTo>
                <a:close/>
                <a:moveTo>
                  <a:pt x="10123932" y="38100"/>
                </a:moveTo>
                <a:lnTo>
                  <a:pt x="10238232" y="38100"/>
                </a:lnTo>
                <a:lnTo>
                  <a:pt x="10123932" y="38100"/>
                </a:lnTo>
                <a:close/>
                <a:moveTo>
                  <a:pt x="10390632" y="38100"/>
                </a:moveTo>
                <a:lnTo>
                  <a:pt x="10504932" y="38100"/>
                </a:lnTo>
                <a:lnTo>
                  <a:pt x="10390632" y="38100"/>
                </a:lnTo>
                <a:close/>
                <a:moveTo>
                  <a:pt x="10657332" y="38100"/>
                </a:moveTo>
                <a:lnTo>
                  <a:pt x="10771632" y="38100"/>
                </a:lnTo>
                <a:lnTo>
                  <a:pt x="10657332" y="38100"/>
                </a:lnTo>
                <a:close/>
                <a:moveTo>
                  <a:pt x="10924032" y="38100"/>
                </a:moveTo>
                <a:lnTo>
                  <a:pt x="11038332" y="38100"/>
                </a:lnTo>
                <a:lnTo>
                  <a:pt x="10924032" y="38100"/>
                </a:lnTo>
                <a:close/>
                <a:moveTo>
                  <a:pt x="11190732" y="38100"/>
                </a:moveTo>
                <a:lnTo>
                  <a:pt x="11305032" y="38100"/>
                </a:lnTo>
                <a:lnTo>
                  <a:pt x="11190732" y="38100"/>
                </a:lnTo>
                <a:close/>
                <a:moveTo>
                  <a:pt x="11457432" y="38100"/>
                </a:moveTo>
                <a:lnTo>
                  <a:pt x="11571732" y="38100"/>
                </a:lnTo>
                <a:lnTo>
                  <a:pt x="11457432" y="38100"/>
                </a:lnTo>
                <a:close/>
                <a:moveTo>
                  <a:pt x="11724132" y="38100"/>
                </a:moveTo>
                <a:lnTo>
                  <a:pt x="11838432" y="38100"/>
                </a:lnTo>
                <a:lnTo>
                  <a:pt x="11724132" y="38100"/>
                </a:lnTo>
                <a:close/>
                <a:moveTo>
                  <a:pt x="11990832" y="38100"/>
                </a:moveTo>
                <a:lnTo>
                  <a:pt x="12105132" y="38100"/>
                </a:lnTo>
                <a:lnTo>
                  <a:pt x="11990832" y="38100"/>
                </a:lnTo>
                <a:close/>
                <a:moveTo>
                  <a:pt x="12257532" y="38100"/>
                </a:moveTo>
                <a:lnTo>
                  <a:pt x="12371832" y="38100"/>
                </a:lnTo>
                <a:lnTo>
                  <a:pt x="12257532" y="38100"/>
                </a:lnTo>
                <a:close/>
                <a:moveTo>
                  <a:pt x="12524232" y="38100"/>
                </a:moveTo>
                <a:lnTo>
                  <a:pt x="12638532" y="38100"/>
                </a:lnTo>
                <a:lnTo>
                  <a:pt x="12524232" y="38100"/>
                </a:lnTo>
                <a:close/>
                <a:moveTo>
                  <a:pt x="12790932" y="38100"/>
                </a:moveTo>
                <a:lnTo>
                  <a:pt x="12905232" y="38100"/>
                </a:lnTo>
                <a:lnTo>
                  <a:pt x="12790932" y="38100"/>
                </a:lnTo>
                <a:close/>
                <a:moveTo>
                  <a:pt x="13057632" y="38100"/>
                </a:moveTo>
                <a:lnTo>
                  <a:pt x="13171932" y="38100"/>
                </a:lnTo>
                <a:lnTo>
                  <a:pt x="13057632" y="38100"/>
                </a:lnTo>
                <a:close/>
                <a:moveTo>
                  <a:pt x="13324332" y="38100"/>
                </a:moveTo>
                <a:lnTo>
                  <a:pt x="13438632" y="38100"/>
                </a:lnTo>
                <a:lnTo>
                  <a:pt x="13324332" y="38100"/>
                </a:lnTo>
                <a:close/>
                <a:moveTo>
                  <a:pt x="13591032" y="38100"/>
                </a:moveTo>
                <a:lnTo>
                  <a:pt x="13705332" y="38100"/>
                </a:lnTo>
                <a:lnTo>
                  <a:pt x="13591032" y="38100"/>
                </a:lnTo>
                <a:close/>
                <a:moveTo>
                  <a:pt x="13857732" y="38100"/>
                </a:moveTo>
                <a:lnTo>
                  <a:pt x="13972032" y="38100"/>
                </a:lnTo>
                <a:lnTo>
                  <a:pt x="13857732" y="38100"/>
                </a:lnTo>
                <a:close/>
                <a:moveTo>
                  <a:pt x="14124432" y="38100"/>
                </a:moveTo>
                <a:lnTo>
                  <a:pt x="14238732" y="38100"/>
                </a:lnTo>
                <a:lnTo>
                  <a:pt x="14124432" y="38100"/>
                </a:lnTo>
                <a:close/>
                <a:moveTo>
                  <a:pt x="14391132" y="38100"/>
                </a:moveTo>
                <a:lnTo>
                  <a:pt x="14505432" y="38100"/>
                </a:lnTo>
                <a:lnTo>
                  <a:pt x="14391132" y="38100"/>
                </a:lnTo>
                <a:close/>
                <a:moveTo>
                  <a:pt x="14657832" y="38100"/>
                </a:moveTo>
                <a:lnTo>
                  <a:pt x="14772132" y="38100"/>
                </a:lnTo>
                <a:lnTo>
                  <a:pt x="14657832" y="38100"/>
                </a:lnTo>
                <a:close/>
                <a:moveTo>
                  <a:pt x="14924532" y="38100"/>
                </a:moveTo>
                <a:lnTo>
                  <a:pt x="15038832" y="38100"/>
                </a:lnTo>
                <a:lnTo>
                  <a:pt x="14924532" y="38100"/>
                </a:lnTo>
                <a:close/>
                <a:moveTo>
                  <a:pt x="15191232" y="38100"/>
                </a:moveTo>
                <a:lnTo>
                  <a:pt x="15305532" y="38100"/>
                </a:lnTo>
                <a:lnTo>
                  <a:pt x="15191232" y="38100"/>
                </a:lnTo>
                <a:close/>
                <a:moveTo>
                  <a:pt x="15458060" y="38100"/>
                </a:moveTo>
                <a:cubicBezTo>
                  <a:pt x="15496539" y="38227"/>
                  <a:pt x="15534894" y="38862"/>
                  <a:pt x="15573121" y="39878"/>
                </a:cubicBezTo>
                <a:lnTo>
                  <a:pt x="15571978" y="77978"/>
                </a:lnTo>
                <a:cubicBezTo>
                  <a:pt x="15534132" y="76835"/>
                  <a:pt x="15496032" y="76327"/>
                  <a:pt x="15457932" y="76200"/>
                </a:cubicBezTo>
                <a:close/>
                <a:moveTo>
                  <a:pt x="15725775" y="85090"/>
                </a:moveTo>
                <a:cubicBezTo>
                  <a:pt x="15764002" y="87503"/>
                  <a:pt x="15802229" y="90551"/>
                  <a:pt x="15840202" y="93980"/>
                </a:cubicBezTo>
                <a:lnTo>
                  <a:pt x="15836773" y="131953"/>
                </a:lnTo>
                <a:cubicBezTo>
                  <a:pt x="15799054" y="128524"/>
                  <a:pt x="15761336" y="125603"/>
                  <a:pt x="15723363" y="123190"/>
                </a:cubicBezTo>
                <a:close/>
                <a:moveTo>
                  <a:pt x="15990063" y="148590"/>
                </a:moveTo>
                <a:cubicBezTo>
                  <a:pt x="16028036" y="153416"/>
                  <a:pt x="16065881" y="158750"/>
                  <a:pt x="16103600" y="164465"/>
                </a:cubicBezTo>
                <a:lnTo>
                  <a:pt x="16097758" y="202184"/>
                </a:lnTo>
                <a:cubicBezTo>
                  <a:pt x="16060420" y="196469"/>
                  <a:pt x="16022955" y="191135"/>
                  <a:pt x="15985237" y="186436"/>
                </a:cubicBezTo>
                <a:close/>
                <a:moveTo>
                  <a:pt x="16257015" y="76200"/>
                </a:moveTo>
                <a:cubicBezTo>
                  <a:pt x="16294734" y="83439"/>
                  <a:pt x="16332200" y="91059"/>
                  <a:pt x="16369537" y="99187"/>
                </a:cubicBezTo>
                <a:lnTo>
                  <a:pt x="16361409" y="136398"/>
                </a:lnTo>
                <a:cubicBezTo>
                  <a:pt x="16324453" y="128270"/>
                  <a:pt x="16287242" y="120650"/>
                  <a:pt x="16249904" y="113538"/>
                </a:cubicBezTo>
                <a:close/>
                <a:moveTo>
                  <a:pt x="16511143" y="171831"/>
                </a:moveTo>
                <a:cubicBezTo>
                  <a:pt x="16548354" y="181356"/>
                  <a:pt x="16585310" y="191389"/>
                  <a:pt x="16622140" y="201930"/>
                </a:cubicBezTo>
                <a:lnTo>
                  <a:pt x="16611727" y="238506"/>
                </a:lnTo>
                <a:cubicBezTo>
                  <a:pt x="16575278" y="228092"/>
                  <a:pt x="16538575" y="218186"/>
                  <a:pt x="16501745" y="208661"/>
                </a:cubicBezTo>
                <a:close/>
                <a:moveTo>
                  <a:pt x="16759047" y="283337"/>
                </a:moveTo>
                <a:cubicBezTo>
                  <a:pt x="16795496" y="295148"/>
                  <a:pt x="16831690" y="307467"/>
                  <a:pt x="16867758" y="320294"/>
                </a:cubicBezTo>
                <a:lnTo>
                  <a:pt x="16855058" y="356235"/>
                </a:lnTo>
                <a:cubicBezTo>
                  <a:pt x="16819372" y="343535"/>
                  <a:pt x="16783430" y="331343"/>
                  <a:pt x="16747362" y="319659"/>
                </a:cubicBezTo>
                <a:close/>
                <a:moveTo>
                  <a:pt x="16999457" y="410337"/>
                </a:moveTo>
                <a:cubicBezTo>
                  <a:pt x="17035018" y="424434"/>
                  <a:pt x="17070451" y="438912"/>
                  <a:pt x="17105503" y="454025"/>
                </a:cubicBezTo>
                <a:lnTo>
                  <a:pt x="17090517" y="489077"/>
                </a:lnTo>
                <a:cubicBezTo>
                  <a:pt x="17055719" y="474218"/>
                  <a:pt x="17020667" y="459740"/>
                  <a:pt x="16985360" y="445770"/>
                </a:cubicBezTo>
                <a:close/>
                <a:moveTo>
                  <a:pt x="17231105" y="552069"/>
                </a:moveTo>
                <a:cubicBezTo>
                  <a:pt x="17265777" y="568325"/>
                  <a:pt x="17300194" y="585089"/>
                  <a:pt x="17334356" y="602361"/>
                </a:cubicBezTo>
                <a:lnTo>
                  <a:pt x="17317211" y="636397"/>
                </a:lnTo>
                <a:cubicBezTo>
                  <a:pt x="17283303" y="619379"/>
                  <a:pt x="17249267" y="602742"/>
                  <a:pt x="17214850" y="586613"/>
                </a:cubicBezTo>
                <a:close/>
                <a:moveTo>
                  <a:pt x="17453482" y="708152"/>
                </a:moveTo>
                <a:cubicBezTo>
                  <a:pt x="17487010" y="726567"/>
                  <a:pt x="17520411" y="745490"/>
                  <a:pt x="17553431" y="764794"/>
                </a:cubicBezTo>
                <a:lnTo>
                  <a:pt x="17534254" y="797687"/>
                </a:lnTo>
                <a:cubicBezTo>
                  <a:pt x="17501488" y="778510"/>
                  <a:pt x="17468469" y="759841"/>
                  <a:pt x="17435195" y="741553"/>
                </a:cubicBezTo>
                <a:close/>
                <a:moveTo>
                  <a:pt x="17665827" y="877697"/>
                </a:moveTo>
                <a:cubicBezTo>
                  <a:pt x="17698211" y="898144"/>
                  <a:pt x="17730215" y="919099"/>
                  <a:pt x="17761965" y="940435"/>
                </a:cubicBezTo>
                <a:lnTo>
                  <a:pt x="17740756" y="972058"/>
                </a:lnTo>
                <a:cubicBezTo>
                  <a:pt x="17709260" y="950976"/>
                  <a:pt x="17677510" y="930275"/>
                  <a:pt x="17645506" y="909955"/>
                </a:cubicBezTo>
                <a:close/>
                <a:moveTo>
                  <a:pt x="17867249" y="1060196"/>
                </a:moveTo>
                <a:cubicBezTo>
                  <a:pt x="17898236" y="1082675"/>
                  <a:pt x="17928971" y="1105535"/>
                  <a:pt x="17959324" y="1128776"/>
                </a:cubicBezTo>
                <a:lnTo>
                  <a:pt x="17936209" y="1159002"/>
                </a:lnTo>
                <a:cubicBezTo>
                  <a:pt x="17906110" y="1136015"/>
                  <a:pt x="17875630" y="1113282"/>
                  <a:pt x="17845024" y="1091057"/>
                </a:cubicBezTo>
                <a:close/>
                <a:moveTo>
                  <a:pt x="18176367" y="977900"/>
                </a:moveTo>
                <a:cubicBezTo>
                  <a:pt x="18205957" y="1002284"/>
                  <a:pt x="18235168" y="1026922"/>
                  <a:pt x="18263997" y="1052068"/>
                </a:cubicBezTo>
                <a:lnTo>
                  <a:pt x="18238978" y="1080770"/>
                </a:lnTo>
                <a:cubicBezTo>
                  <a:pt x="18210403" y="1055878"/>
                  <a:pt x="18181447" y="1031367"/>
                  <a:pt x="18152109" y="1007237"/>
                </a:cubicBezTo>
                <a:close/>
                <a:moveTo>
                  <a:pt x="18353405" y="1183894"/>
                </a:moveTo>
                <a:cubicBezTo>
                  <a:pt x="18381345" y="1210056"/>
                  <a:pt x="18409031" y="1236472"/>
                  <a:pt x="18436208" y="1263396"/>
                </a:cubicBezTo>
                <a:lnTo>
                  <a:pt x="18409411" y="1290574"/>
                </a:lnTo>
                <a:cubicBezTo>
                  <a:pt x="18382360" y="1263904"/>
                  <a:pt x="18355056" y="1237742"/>
                  <a:pt x="18327243" y="1211834"/>
                </a:cubicBezTo>
                <a:close/>
                <a:moveTo>
                  <a:pt x="18517234" y="1400683"/>
                </a:moveTo>
                <a:cubicBezTo>
                  <a:pt x="18543524" y="1428496"/>
                  <a:pt x="18569431" y="1456690"/>
                  <a:pt x="18594958" y="1485138"/>
                </a:cubicBezTo>
                <a:lnTo>
                  <a:pt x="18566637" y="1510538"/>
                </a:lnTo>
                <a:cubicBezTo>
                  <a:pt x="18541364" y="1482344"/>
                  <a:pt x="18515583" y="1454404"/>
                  <a:pt x="18489549" y="1426845"/>
                </a:cubicBezTo>
                <a:close/>
                <a:moveTo>
                  <a:pt x="18667476" y="1627124"/>
                </a:moveTo>
                <a:cubicBezTo>
                  <a:pt x="18691986" y="1656461"/>
                  <a:pt x="18716117" y="1686179"/>
                  <a:pt x="18739865" y="1716278"/>
                </a:cubicBezTo>
                <a:lnTo>
                  <a:pt x="18710021" y="1739900"/>
                </a:lnTo>
                <a:cubicBezTo>
                  <a:pt x="18686526" y="1710182"/>
                  <a:pt x="18662650" y="1680718"/>
                  <a:pt x="18638265" y="1651635"/>
                </a:cubicBezTo>
                <a:close/>
                <a:moveTo>
                  <a:pt x="18803365" y="1862582"/>
                </a:moveTo>
                <a:cubicBezTo>
                  <a:pt x="18825972" y="1893443"/>
                  <a:pt x="18848197" y="1924558"/>
                  <a:pt x="18870040" y="1956054"/>
                </a:cubicBezTo>
                <a:lnTo>
                  <a:pt x="18838672" y="1977771"/>
                </a:lnTo>
                <a:cubicBezTo>
                  <a:pt x="18817081" y="1946529"/>
                  <a:pt x="18794983" y="1915668"/>
                  <a:pt x="18772631" y="1885188"/>
                </a:cubicBezTo>
                <a:close/>
                <a:moveTo>
                  <a:pt x="18924270" y="2105914"/>
                </a:moveTo>
                <a:cubicBezTo>
                  <a:pt x="18944971" y="2138172"/>
                  <a:pt x="18965163" y="2170557"/>
                  <a:pt x="18984976" y="2203450"/>
                </a:cubicBezTo>
                <a:lnTo>
                  <a:pt x="18952336" y="2223135"/>
                </a:lnTo>
                <a:cubicBezTo>
                  <a:pt x="18932652" y="2190623"/>
                  <a:pt x="18912585" y="2158492"/>
                  <a:pt x="18892138" y="2126488"/>
                </a:cubicBezTo>
                <a:close/>
                <a:moveTo>
                  <a:pt x="19029680" y="2356358"/>
                </a:moveTo>
                <a:cubicBezTo>
                  <a:pt x="19048222" y="2389759"/>
                  <a:pt x="19066382" y="2423414"/>
                  <a:pt x="19084162" y="2457450"/>
                </a:cubicBezTo>
                <a:lnTo>
                  <a:pt x="19050381" y="2475103"/>
                </a:lnTo>
                <a:cubicBezTo>
                  <a:pt x="19032855" y="2441448"/>
                  <a:pt x="19014821" y="2408047"/>
                  <a:pt x="18996406" y="2375027"/>
                </a:cubicBezTo>
                <a:close/>
                <a:moveTo>
                  <a:pt x="19119214" y="2613025"/>
                </a:moveTo>
                <a:cubicBezTo>
                  <a:pt x="19135725" y="2647569"/>
                  <a:pt x="19151600" y="2682240"/>
                  <a:pt x="19167221" y="2717292"/>
                </a:cubicBezTo>
                <a:lnTo>
                  <a:pt x="19132423" y="2732786"/>
                </a:lnTo>
                <a:cubicBezTo>
                  <a:pt x="19117056" y="2698115"/>
                  <a:pt x="19101181" y="2663698"/>
                  <a:pt x="19084925" y="2629535"/>
                </a:cubicBezTo>
                <a:close/>
                <a:moveTo>
                  <a:pt x="19192494" y="2874772"/>
                </a:moveTo>
                <a:cubicBezTo>
                  <a:pt x="19206718" y="2910332"/>
                  <a:pt x="19220560" y="2946019"/>
                  <a:pt x="19233896" y="2981960"/>
                </a:cubicBezTo>
                <a:lnTo>
                  <a:pt x="19198208" y="2995168"/>
                </a:lnTo>
                <a:cubicBezTo>
                  <a:pt x="19185001" y="2959481"/>
                  <a:pt x="19171284" y="2924175"/>
                  <a:pt x="19157187" y="2888996"/>
                </a:cubicBezTo>
                <a:close/>
                <a:moveTo>
                  <a:pt x="19249135" y="3140583"/>
                </a:moveTo>
                <a:cubicBezTo>
                  <a:pt x="19261074" y="3176905"/>
                  <a:pt x="19272631" y="3213354"/>
                  <a:pt x="19283680" y="3250057"/>
                </a:cubicBezTo>
                <a:lnTo>
                  <a:pt x="19247231" y="3260979"/>
                </a:lnTo>
                <a:cubicBezTo>
                  <a:pt x="19236308" y="3224530"/>
                  <a:pt x="19224879" y="3188462"/>
                  <a:pt x="19213068" y="3152394"/>
                </a:cubicBezTo>
                <a:close/>
                <a:moveTo>
                  <a:pt x="19288886" y="3409315"/>
                </a:moveTo>
                <a:cubicBezTo>
                  <a:pt x="19298538" y="3446272"/>
                  <a:pt x="19307682" y="3483356"/>
                  <a:pt x="19316319" y="3520694"/>
                </a:cubicBezTo>
                <a:lnTo>
                  <a:pt x="19279234" y="3529330"/>
                </a:lnTo>
                <a:cubicBezTo>
                  <a:pt x="19270599" y="3492373"/>
                  <a:pt x="19261581" y="3455543"/>
                  <a:pt x="19252056" y="3418967"/>
                </a:cubicBezTo>
                <a:close/>
                <a:moveTo>
                  <a:pt x="19311493" y="3680079"/>
                </a:moveTo>
                <a:cubicBezTo>
                  <a:pt x="19318731" y="3717544"/>
                  <a:pt x="19325589" y="3755263"/>
                  <a:pt x="19331939" y="3792982"/>
                </a:cubicBezTo>
                <a:lnTo>
                  <a:pt x="19294348" y="3799205"/>
                </a:lnTo>
                <a:cubicBezTo>
                  <a:pt x="19288125" y="3761740"/>
                  <a:pt x="19281394" y="3724402"/>
                  <a:pt x="19274155" y="3687318"/>
                </a:cubicBezTo>
                <a:close/>
                <a:moveTo>
                  <a:pt x="19317081" y="3951605"/>
                </a:moveTo>
                <a:cubicBezTo>
                  <a:pt x="19322033" y="3989578"/>
                  <a:pt x="19326479" y="4027678"/>
                  <a:pt x="19330415" y="4065905"/>
                </a:cubicBezTo>
                <a:lnTo>
                  <a:pt x="19292570" y="4069842"/>
                </a:lnTo>
                <a:cubicBezTo>
                  <a:pt x="19288632" y="4031996"/>
                  <a:pt x="19284314" y="3994150"/>
                  <a:pt x="19279361" y="3956558"/>
                </a:cubicBezTo>
                <a:close/>
                <a:moveTo>
                  <a:pt x="19305651" y="4223131"/>
                </a:moveTo>
                <a:cubicBezTo>
                  <a:pt x="19308190" y="4261231"/>
                  <a:pt x="19310223" y="4299458"/>
                  <a:pt x="19311747" y="4337812"/>
                </a:cubicBezTo>
                <a:lnTo>
                  <a:pt x="19273647" y="4339336"/>
                </a:lnTo>
                <a:cubicBezTo>
                  <a:pt x="19272123" y="4301363"/>
                  <a:pt x="19270090" y="4263390"/>
                  <a:pt x="19267551" y="4225671"/>
                </a:cubicBezTo>
                <a:close/>
                <a:moveTo>
                  <a:pt x="19277203" y="4493514"/>
                </a:moveTo>
                <a:cubicBezTo>
                  <a:pt x="19277203" y="4500880"/>
                  <a:pt x="19277203" y="4508246"/>
                  <a:pt x="19277203" y="4515612"/>
                </a:cubicBezTo>
                <a:lnTo>
                  <a:pt x="19258153" y="4515612"/>
                </a:lnTo>
                <a:lnTo>
                  <a:pt x="19277203" y="4515612"/>
                </a:lnTo>
                <a:lnTo>
                  <a:pt x="19258153" y="4515612"/>
                </a:lnTo>
                <a:lnTo>
                  <a:pt x="19277203" y="4515612"/>
                </a:lnTo>
                <a:cubicBezTo>
                  <a:pt x="19277203" y="4546727"/>
                  <a:pt x="19276822" y="4577842"/>
                  <a:pt x="19276186" y="4608830"/>
                </a:cubicBezTo>
                <a:lnTo>
                  <a:pt x="19238086" y="4608068"/>
                </a:lnTo>
                <a:cubicBezTo>
                  <a:pt x="19238722" y="4577334"/>
                  <a:pt x="19239103" y="4546600"/>
                  <a:pt x="19239103" y="4515739"/>
                </a:cubicBezTo>
                <a:cubicBezTo>
                  <a:pt x="19239103" y="4508500"/>
                  <a:pt x="19239103" y="4501134"/>
                  <a:pt x="19239103" y="4493895"/>
                </a:cubicBezTo>
                <a:close/>
                <a:moveTo>
                  <a:pt x="19232245" y="4761865"/>
                </a:moveTo>
                <a:cubicBezTo>
                  <a:pt x="19230085" y="4800219"/>
                  <a:pt x="19227419" y="4838446"/>
                  <a:pt x="19224244" y="4876546"/>
                </a:cubicBezTo>
                <a:lnTo>
                  <a:pt x="19186271" y="4873371"/>
                </a:lnTo>
                <a:cubicBezTo>
                  <a:pt x="19189446" y="4835652"/>
                  <a:pt x="19192112" y="4797806"/>
                  <a:pt x="19194272" y="4759706"/>
                </a:cubicBezTo>
                <a:close/>
                <a:moveTo>
                  <a:pt x="19170777" y="5026660"/>
                </a:moveTo>
                <a:cubicBezTo>
                  <a:pt x="19166205" y="5064760"/>
                  <a:pt x="19161125" y="5102606"/>
                  <a:pt x="19155663" y="5140325"/>
                </a:cubicBezTo>
                <a:lnTo>
                  <a:pt x="19117945" y="5134737"/>
                </a:lnTo>
                <a:cubicBezTo>
                  <a:pt x="19123406" y="5097399"/>
                  <a:pt x="19128485" y="5059807"/>
                  <a:pt x="19132931" y="5022088"/>
                </a:cubicBezTo>
                <a:close/>
                <a:moveTo>
                  <a:pt x="19092799" y="5286883"/>
                </a:moveTo>
                <a:cubicBezTo>
                  <a:pt x="19085813" y="5324602"/>
                  <a:pt x="19078448" y="5362067"/>
                  <a:pt x="19070574" y="5399405"/>
                </a:cubicBezTo>
                <a:lnTo>
                  <a:pt x="19033362" y="5391531"/>
                </a:lnTo>
                <a:cubicBezTo>
                  <a:pt x="19041236" y="5354574"/>
                  <a:pt x="19048603" y="5317363"/>
                  <a:pt x="19055460" y="5280025"/>
                </a:cubicBezTo>
                <a:close/>
                <a:moveTo>
                  <a:pt x="18998692" y="5541645"/>
                </a:moveTo>
                <a:cubicBezTo>
                  <a:pt x="18989421" y="5578856"/>
                  <a:pt x="18979642" y="5615940"/>
                  <a:pt x="18969355" y="5652643"/>
                </a:cubicBezTo>
                <a:lnTo>
                  <a:pt x="18932652" y="5642356"/>
                </a:lnTo>
                <a:cubicBezTo>
                  <a:pt x="18942811" y="5605907"/>
                  <a:pt x="18952590" y="5569204"/>
                  <a:pt x="18961734" y="5532247"/>
                </a:cubicBezTo>
                <a:close/>
                <a:moveTo>
                  <a:pt x="18888582" y="5789930"/>
                </a:moveTo>
                <a:cubicBezTo>
                  <a:pt x="18876899" y="5826506"/>
                  <a:pt x="18864833" y="5862828"/>
                  <a:pt x="18852260" y="5898896"/>
                </a:cubicBezTo>
                <a:lnTo>
                  <a:pt x="18816320" y="5886323"/>
                </a:lnTo>
                <a:cubicBezTo>
                  <a:pt x="18828765" y="5850509"/>
                  <a:pt x="18840831" y="5814568"/>
                  <a:pt x="18852387" y="5778373"/>
                </a:cubicBezTo>
                <a:close/>
                <a:moveTo>
                  <a:pt x="18763106" y="6030976"/>
                </a:moveTo>
                <a:cubicBezTo>
                  <a:pt x="18749263" y="6066663"/>
                  <a:pt x="18734785" y="6102096"/>
                  <a:pt x="18720054" y="6137275"/>
                </a:cubicBezTo>
                <a:lnTo>
                  <a:pt x="18685002" y="6122543"/>
                </a:lnTo>
                <a:cubicBezTo>
                  <a:pt x="18699733" y="6087618"/>
                  <a:pt x="18713957" y="6052566"/>
                  <a:pt x="18727674" y="6017133"/>
                </a:cubicBezTo>
                <a:close/>
                <a:moveTo>
                  <a:pt x="18622645" y="6263513"/>
                </a:moveTo>
                <a:cubicBezTo>
                  <a:pt x="18606515" y="6298311"/>
                  <a:pt x="18589879" y="6332728"/>
                  <a:pt x="18572860" y="6367018"/>
                </a:cubicBezTo>
                <a:lnTo>
                  <a:pt x="18538698" y="6350000"/>
                </a:lnTo>
                <a:cubicBezTo>
                  <a:pt x="18555588" y="6316091"/>
                  <a:pt x="18571972" y="6281928"/>
                  <a:pt x="18587974" y="6247511"/>
                </a:cubicBezTo>
                <a:close/>
                <a:moveTo>
                  <a:pt x="18467578" y="6486779"/>
                </a:moveTo>
                <a:cubicBezTo>
                  <a:pt x="18449289" y="6520434"/>
                  <a:pt x="18430621" y="6553835"/>
                  <a:pt x="18411444" y="6586982"/>
                </a:cubicBezTo>
                <a:lnTo>
                  <a:pt x="18378424" y="6567932"/>
                </a:lnTo>
                <a:cubicBezTo>
                  <a:pt x="18397474" y="6535166"/>
                  <a:pt x="18416015" y="6502019"/>
                  <a:pt x="18434050" y="6468618"/>
                </a:cubicBezTo>
                <a:close/>
                <a:moveTo>
                  <a:pt x="18298922" y="6699885"/>
                </a:moveTo>
                <a:cubicBezTo>
                  <a:pt x="18278602" y="6732270"/>
                  <a:pt x="18257774" y="6764401"/>
                  <a:pt x="18236564" y="6796278"/>
                </a:cubicBezTo>
                <a:lnTo>
                  <a:pt x="18204814" y="6775196"/>
                </a:lnTo>
                <a:cubicBezTo>
                  <a:pt x="18225770" y="6743573"/>
                  <a:pt x="18246344" y="6711823"/>
                  <a:pt x="18266536" y="6679692"/>
                </a:cubicBezTo>
                <a:close/>
                <a:moveTo>
                  <a:pt x="18117184" y="6902069"/>
                </a:moveTo>
                <a:cubicBezTo>
                  <a:pt x="18094832" y="6933184"/>
                  <a:pt x="18072100" y="6963918"/>
                  <a:pt x="18048985" y="6994398"/>
                </a:cubicBezTo>
                <a:lnTo>
                  <a:pt x="18018632" y="6971411"/>
                </a:lnTo>
                <a:cubicBezTo>
                  <a:pt x="18041620" y="6941185"/>
                  <a:pt x="18064099" y="6910705"/>
                  <a:pt x="18086197" y="6879844"/>
                </a:cubicBezTo>
                <a:close/>
                <a:moveTo>
                  <a:pt x="17923256" y="7092442"/>
                </a:moveTo>
                <a:cubicBezTo>
                  <a:pt x="17898999" y="7122033"/>
                  <a:pt x="17874487" y="7151370"/>
                  <a:pt x="17849469" y="7180326"/>
                </a:cubicBezTo>
                <a:lnTo>
                  <a:pt x="17820639" y="7155434"/>
                </a:lnTo>
                <a:cubicBezTo>
                  <a:pt x="17845405" y="7126732"/>
                  <a:pt x="17869788" y="7097649"/>
                  <a:pt x="17893792" y="7068312"/>
                </a:cubicBezTo>
                <a:close/>
                <a:moveTo>
                  <a:pt x="17717897" y="7270369"/>
                </a:moveTo>
                <a:cubicBezTo>
                  <a:pt x="17691861" y="7298436"/>
                  <a:pt x="17665446" y="7326122"/>
                  <a:pt x="17638776" y="7353554"/>
                </a:cubicBezTo>
                <a:lnTo>
                  <a:pt x="17611471" y="7326884"/>
                </a:lnTo>
                <a:cubicBezTo>
                  <a:pt x="17638013" y="7299706"/>
                  <a:pt x="17664176" y="7272274"/>
                  <a:pt x="17689956" y="7244461"/>
                </a:cubicBezTo>
                <a:close/>
                <a:moveTo>
                  <a:pt x="17501870" y="7435215"/>
                </a:moveTo>
                <a:cubicBezTo>
                  <a:pt x="17474183" y="7461631"/>
                  <a:pt x="17446117" y="7487666"/>
                  <a:pt x="17417669" y="7513320"/>
                </a:cubicBezTo>
                <a:lnTo>
                  <a:pt x="17392142" y="7484999"/>
                </a:lnTo>
                <a:cubicBezTo>
                  <a:pt x="17420335" y="7459599"/>
                  <a:pt x="17448149" y="7433818"/>
                  <a:pt x="17475580" y="7407656"/>
                </a:cubicBezTo>
                <a:close/>
                <a:moveTo>
                  <a:pt x="17276063" y="7586345"/>
                </a:moveTo>
                <a:cubicBezTo>
                  <a:pt x="17246727" y="7610983"/>
                  <a:pt x="17217135" y="7635240"/>
                  <a:pt x="17187290" y="7658989"/>
                </a:cubicBezTo>
                <a:lnTo>
                  <a:pt x="17163542" y="7629144"/>
                </a:lnTo>
                <a:cubicBezTo>
                  <a:pt x="17193259" y="7605522"/>
                  <a:pt x="17222597" y="7581519"/>
                  <a:pt x="17251553" y="7557135"/>
                </a:cubicBezTo>
                <a:close/>
                <a:moveTo>
                  <a:pt x="17041240" y="7723124"/>
                </a:moveTo>
                <a:cubicBezTo>
                  <a:pt x="17010506" y="7745857"/>
                  <a:pt x="16979392" y="7768209"/>
                  <a:pt x="16948023" y="7790180"/>
                </a:cubicBezTo>
                <a:lnTo>
                  <a:pt x="16926179" y="7758938"/>
                </a:lnTo>
                <a:cubicBezTo>
                  <a:pt x="16957294" y="7737221"/>
                  <a:pt x="16988028" y="7714996"/>
                  <a:pt x="17018507" y="7692517"/>
                </a:cubicBezTo>
                <a:close/>
                <a:moveTo>
                  <a:pt x="16798417" y="7845044"/>
                </a:moveTo>
                <a:cubicBezTo>
                  <a:pt x="16766285" y="7865872"/>
                  <a:pt x="16733901" y="7886192"/>
                  <a:pt x="16701261" y="7906131"/>
                </a:cubicBezTo>
                <a:lnTo>
                  <a:pt x="16681450" y="7873619"/>
                </a:lnTo>
                <a:cubicBezTo>
                  <a:pt x="16713834" y="7853807"/>
                  <a:pt x="16745965" y="7833614"/>
                  <a:pt x="16777843" y="7813040"/>
                </a:cubicBezTo>
                <a:close/>
                <a:moveTo>
                  <a:pt x="16548607" y="7951597"/>
                </a:moveTo>
                <a:cubicBezTo>
                  <a:pt x="16515333" y="7970393"/>
                  <a:pt x="16481679" y="7988681"/>
                  <a:pt x="16447770" y="8006588"/>
                </a:cubicBezTo>
                <a:lnTo>
                  <a:pt x="16429989" y="7972933"/>
                </a:lnTo>
                <a:cubicBezTo>
                  <a:pt x="16463518" y="7955280"/>
                  <a:pt x="16496919" y="7937119"/>
                  <a:pt x="16529938" y="7918450"/>
                </a:cubicBezTo>
                <a:close/>
                <a:moveTo>
                  <a:pt x="16292449" y="8042402"/>
                </a:moveTo>
                <a:cubicBezTo>
                  <a:pt x="16258031" y="8059039"/>
                  <a:pt x="16223360" y="8075168"/>
                  <a:pt x="16188435" y="8090916"/>
                </a:cubicBezTo>
                <a:lnTo>
                  <a:pt x="16172814" y="8056118"/>
                </a:lnTo>
                <a:cubicBezTo>
                  <a:pt x="16207358" y="8040497"/>
                  <a:pt x="16241776" y="8024495"/>
                  <a:pt x="16275811" y="8008112"/>
                </a:cubicBezTo>
                <a:close/>
                <a:moveTo>
                  <a:pt x="16031082" y="8116951"/>
                </a:moveTo>
                <a:cubicBezTo>
                  <a:pt x="15995650" y="8131429"/>
                  <a:pt x="15960089" y="8145399"/>
                  <a:pt x="15924149" y="8158861"/>
                </a:cubicBezTo>
                <a:lnTo>
                  <a:pt x="15910686" y="8123174"/>
                </a:lnTo>
                <a:cubicBezTo>
                  <a:pt x="15946247" y="8109839"/>
                  <a:pt x="15981553" y="8095996"/>
                  <a:pt x="16016604" y="8081645"/>
                </a:cubicBezTo>
                <a:close/>
                <a:moveTo>
                  <a:pt x="15765526" y="8174863"/>
                </a:moveTo>
                <a:cubicBezTo>
                  <a:pt x="15729330" y="8187055"/>
                  <a:pt x="15692754" y="8198739"/>
                  <a:pt x="15656179" y="8210042"/>
                </a:cubicBezTo>
                <a:lnTo>
                  <a:pt x="15645003" y="8173593"/>
                </a:lnTo>
                <a:cubicBezTo>
                  <a:pt x="15681325" y="8162417"/>
                  <a:pt x="15717520" y="8150860"/>
                  <a:pt x="15753460" y="8138795"/>
                </a:cubicBezTo>
                <a:close/>
                <a:moveTo>
                  <a:pt x="15496921" y="8216138"/>
                </a:moveTo>
                <a:cubicBezTo>
                  <a:pt x="15460090" y="8226044"/>
                  <a:pt x="15423006" y="8235442"/>
                  <a:pt x="15385669" y="8244332"/>
                </a:cubicBezTo>
                <a:lnTo>
                  <a:pt x="15376779" y="8207248"/>
                </a:lnTo>
                <a:cubicBezTo>
                  <a:pt x="15413735" y="8198485"/>
                  <a:pt x="15450438" y="8189087"/>
                  <a:pt x="15487014" y="8179308"/>
                </a:cubicBezTo>
                <a:close/>
                <a:moveTo>
                  <a:pt x="15226156" y="8240395"/>
                </a:moveTo>
                <a:cubicBezTo>
                  <a:pt x="15188819" y="8247888"/>
                  <a:pt x="15151227" y="8255000"/>
                  <a:pt x="15113507" y="8261477"/>
                </a:cubicBezTo>
                <a:lnTo>
                  <a:pt x="15107030" y="8223885"/>
                </a:lnTo>
                <a:cubicBezTo>
                  <a:pt x="15144369" y="8217408"/>
                  <a:pt x="15181706" y="8210423"/>
                  <a:pt x="15218663" y="8202930"/>
                </a:cubicBezTo>
                <a:close/>
                <a:moveTo>
                  <a:pt x="14954757" y="8247507"/>
                </a:moveTo>
                <a:cubicBezTo>
                  <a:pt x="14916911" y="8252714"/>
                  <a:pt x="14878938" y="8257413"/>
                  <a:pt x="14840711" y="8261604"/>
                </a:cubicBezTo>
                <a:lnTo>
                  <a:pt x="14836521" y="8223758"/>
                </a:lnTo>
                <a:cubicBezTo>
                  <a:pt x="14874367" y="8219567"/>
                  <a:pt x="14911958" y="8214995"/>
                  <a:pt x="14949551" y="8209788"/>
                </a:cubicBezTo>
                <a:close/>
                <a:moveTo>
                  <a:pt x="14683231" y="8237855"/>
                </a:moveTo>
                <a:cubicBezTo>
                  <a:pt x="14645131" y="8240649"/>
                  <a:pt x="14606778" y="8243062"/>
                  <a:pt x="14568424" y="8244840"/>
                </a:cubicBezTo>
                <a:lnTo>
                  <a:pt x="14566646" y="8206740"/>
                </a:lnTo>
                <a:cubicBezTo>
                  <a:pt x="14604746" y="8204962"/>
                  <a:pt x="14642592" y="8202549"/>
                  <a:pt x="14680437" y="8199755"/>
                </a:cubicBezTo>
                <a:close/>
                <a:moveTo>
                  <a:pt x="14412849" y="8211312"/>
                </a:moveTo>
                <a:cubicBezTo>
                  <a:pt x="14394433" y="8211566"/>
                  <a:pt x="14376019" y="8211693"/>
                  <a:pt x="14357477" y="8211693"/>
                </a:cubicBezTo>
                <a:lnTo>
                  <a:pt x="14357477" y="8192643"/>
                </a:lnTo>
                <a:lnTo>
                  <a:pt x="14357477" y="8211693"/>
                </a:lnTo>
                <a:lnTo>
                  <a:pt x="14298040" y="8211693"/>
                </a:lnTo>
                <a:lnTo>
                  <a:pt x="14298040" y="8173593"/>
                </a:lnTo>
                <a:lnTo>
                  <a:pt x="14357477" y="8173593"/>
                </a:lnTo>
                <a:cubicBezTo>
                  <a:pt x="14375764" y="8173593"/>
                  <a:pt x="14394053" y="8173466"/>
                  <a:pt x="14412340" y="8173212"/>
                </a:cubicBezTo>
                <a:close/>
                <a:moveTo>
                  <a:pt x="14145132" y="8173593"/>
                </a:moveTo>
                <a:lnTo>
                  <a:pt x="14030832" y="8173593"/>
                </a:lnTo>
                <a:lnTo>
                  <a:pt x="14030832" y="8135493"/>
                </a:lnTo>
                <a:lnTo>
                  <a:pt x="14145132" y="8135493"/>
                </a:lnTo>
                <a:close/>
                <a:moveTo>
                  <a:pt x="13878432" y="8135493"/>
                </a:moveTo>
                <a:lnTo>
                  <a:pt x="13764132" y="8135493"/>
                </a:lnTo>
                <a:lnTo>
                  <a:pt x="13764132" y="8097393"/>
                </a:lnTo>
                <a:lnTo>
                  <a:pt x="13878432" y="8097393"/>
                </a:lnTo>
                <a:close/>
                <a:moveTo>
                  <a:pt x="13611732" y="8097393"/>
                </a:moveTo>
                <a:lnTo>
                  <a:pt x="13497432" y="8097393"/>
                </a:lnTo>
                <a:lnTo>
                  <a:pt x="13497432" y="8059293"/>
                </a:lnTo>
                <a:lnTo>
                  <a:pt x="13611732" y="8059293"/>
                </a:lnTo>
                <a:close/>
                <a:moveTo>
                  <a:pt x="13345032" y="8059293"/>
                </a:moveTo>
                <a:lnTo>
                  <a:pt x="13230732" y="8059293"/>
                </a:lnTo>
                <a:lnTo>
                  <a:pt x="13230732" y="8021193"/>
                </a:lnTo>
                <a:lnTo>
                  <a:pt x="13345032" y="8021193"/>
                </a:lnTo>
                <a:close/>
                <a:moveTo>
                  <a:pt x="13078332" y="8021193"/>
                </a:moveTo>
                <a:lnTo>
                  <a:pt x="12964033" y="8021193"/>
                </a:lnTo>
                <a:lnTo>
                  <a:pt x="12964033" y="7983093"/>
                </a:lnTo>
                <a:lnTo>
                  <a:pt x="13078332" y="7983093"/>
                </a:lnTo>
                <a:close/>
                <a:moveTo>
                  <a:pt x="12811633" y="7983093"/>
                </a:moveTo>
                <a:lnTo>
                  <a:pt x="12697333" y="7983093"/>
                </a:lnTo>
                <a:lnTo>
                  <a:pt x="12697333" y="7944993"/>
                </a:lnTo>
                <a:lnTo>
                  <a:pt x="12811633" y="7944993"/>
                </a:lnTo>
                <a:close/>
                <a:moveTo>
                  <a:pt x="12544933" y="7944993"/>
                </a:moveTo>
                <a:lnTo>
                  <a:pt x="12430633" y="7944993"/>
                </a:lnTo>
                <a:lnTo>
                  <a:pt x="12430633" y="7906893"/>
                </a:lnTo>
                <a:lnTo>
                  <a:pt x="12544933" y="7906893"/>
                </a:lnTo>
                <a:close/>
                <a:moveTo>
                  <a:pt x="12278233" y="7906893"/>
                </a:moveTo>
                <a:lnTo>
                  <a:pt x="12163933" y="7906893"/>
                </a:lnTo>
                <a:lnTo>
                  <a:pt x="12163933" y="7868793"/>
                </a:lnTo>
                <a:lnTo>
                  <a:pt x="12278233" y="7868793"/>
                </a:lnTo>
                <a:close/>
                <a:moveTo>
                  <a:pt x="12011533" y="7868793"/>
                </a:moveTo>
                <a:lnTo>
                  <a:pt x="11897233" y="7868793"/>
                </a:lnTo>
                <a:lnTo>
                  <a:pt x="11897233" y="7830693"/>
                </a:lnTo>
                <a:lnTo>
                  <a:pt x="12011533" y="7830693"/>
                </a:lnTo>
                <a:close/>
                <a:moveTo>
                  <a:pt x="11744833" y="7830693"/>
                </a:moveTo>
                <a:lnTo>
                  <a:pt x="11630533" y="7830693"/>
                </a:lnTo>
                <a:lnTo>
                  <a:pt x="11630533" y="7792593"/>
                </a:lnTo>
                <a:lnTo>
                  <a:pt x="11744833" y="7792593"/>
                </a:lnTo>
                <a:close/>
                <a:moveTo>
                  <a:pt x="11478133" y="7792593"/>
                </a:moveTo>
                <a:lnTo>
                  <a:pt x="11363833" y="7792593"/>
                </a:lnTo>
                <a:lnTo>
                  <a:pt x="11363833" y="7754493"/>
                </a:lnTo>
                <a:lnTo>
                  <a:pt x="11478133" y="7754493"/>
                </a:lnTo>
                <a:close/>
                <a:moveTo>
                  <a:pt x="11211433" y="7754493"/>
                </a:moveTo>
                <a:lnTo>
                  <a:pt x="11097133" y="7754493"/>
                </a:lnTo>
                <a:lnTo>
                  <a:pt x="11097133" y="7716393"/>
                </a:lnTo>
                <a:lnTo>
                  <a:pt x="11211433" y="7716393"/>
                </a:lnTo>
                <a:close/>
                <a:moveTo>
                  <a:pt x="10944733" y="7716393"/>
                </a:moveTo>
                <a:lnTo>
                  <a:pt x="10830433" y="7716393"/>
                </a:lnTo>
                <a:lnTo>
                  <a:pt x="10830433" y="7678293"/>
                </a:lnTo>
                <a:lnTo>
                  <a:pt x="10944733" y="7678293"/>
                </a:lnTo>
                <a:close/>
                <a:moveTo>
                  <a:pt x="10678033" y="7678293"/>
                </a:moveTo>
                <a:lnTo>
                  <a:pt x="10563733" y="7678293"/>
                </a:lnTo>
                <a:lnTo>
                  <a:pt x="10563733" y="7640193"/>
                </a:lnTo>
                <a:lnTo>
                  <a:pt x="10678033" y="7640193"/>
                </a:lnTo>
                <a:close/>
                <a:moveTo>
                  <a:pt x="10411333" y="7640193"/>
                </a:moveTo>
                <a:lnTo>
                  <a:pt x="10297033" y="7640193"/>
                </a:lnTo>
                <a:lnTo>
                  <a:pt x="10297033" y="7602093"/>
                </a:lnTo>
                <a:lnTo>
                  <a:pt x="10411333" y="7602093"/>
                </a:lnTo>
                <a:close/>
                <a:moveTo>
                  <a:pt x="10144633" y="7602093"/>
                </a:moveTo>
                <a:lnTo>
                  <a:pt x="10030333" y="7602093"/>
                </a:lnTo>
                <a:lnTo>
                  <a:pt x="10030333" y="7563993"/>
                </a:lnTo>
                <a:lnTo>
                  <a:pt x="10144633" y="7563993"/>
                </a:lnTo>
                <a:close/>
                <a:moveTo>
                  <a:pt x="9877933" y="7563993"/>
                </a:moveTo>
                <a:lnTo>
                  <a:pt x="9763633" y="7563993"/>
                </a:lnTo>
                <a:lnTo>
                  <a:pt x="9763633" y="7525893"/>
                </a:lnTo>
                <a:lnTo>
                  <a:pt x="9877933" y="7525893"/>
                </a:lnTo>
                <a:close/>
                <a:moveTo>
                  <a:pt x="9611233" y="7525893"/>
                </a:moveTo>
                <a:lnTo>
                  <a:pt x="9496933" y="7525893"/>
                </a:lnTo>
                <a:lnTo>
                  <a:pt x="9496933" y="7487793"/>
                </a:lnTo>
                <a:lnTo>
                  <a:pt x="9611233" y="7487793"/>
                </a:lnTo>
                <a:close/>
                <a:moveTo>
                  <a:pt x="9344533" y="7487793"/>
                </a:moveTo>
                <a:lnTo>
                  <a:pt x="9230233" y="7487793"/>
                </a:lnTo>
                <a:lnTo>
                  <a:pt x="9230233" y="7449693"/>
                </a:lnTo>
                <a:lnTo>
                  <a:pt x="9344533" y="7449693"/>
                </a:lnTo>
                <a:close/>
                <a:moveTo>
                  <a:pt x="9077833" y="7449693"/>
                </a:moveTo>
                <a:lnTo>
                  <a:pt x="8963533" y="7449693"/>
                </a:lnTo>
                <a:lnTo>
                  <a:pt x="8963533" y="7411593"/>
                </a:lnTo>
                <a:lnTo>
                  <a:pt x="9077833" y="7411593"/>
                </a:lnTo>
                <a:close/>
                <a:moveTo>
                  <a:pt x="8811133" y="7411593"/>
                </a:moveTo>
                <a:lnTo>
                  <a:pt x="8696833" y="7411593"/>
                </a:lnTo>
                <a:lnTo>
                  <a:pt x="8696833" y="7373493"/>
                </a:lnTo>
                <a:lnTo>
                  <a:pt x="8811133" y="7373493"/>
                </a:lnTo>
                <a:close/>
                <a:moveTo>
                  <a:pt x="8544433" y="7373493"/>
                </a:moveTo>
                <a:lnTo>
                  <a:pt x="8430133" y="7373493"/>
                </a:lnTo>
                <a:lnTo>
                  <a:pt x="8430133" y="7335393"/>
                </a:lnTo>
                <a:lnTo>
                  <a:pt x="8544433" y="7335393"/>
                </a:lnTo>
                <a:close/>
                <a:moveTo>
                  <a:pt x="8277733" y="7335393"/>
                </a:moveTo>
                <a:lnTo>
                  <a:pt x="8163433" y="7335393"/>
                </a:lnTo>
                <a:lnTo>
                  <a:pt x="8163433" y="7297293"/>
                </a:lnTo>
                <a:lnTo>
                  <a:pt x="8277733" y="7297293"/>
                </a:lnTo>
                <a:close/>
                <a:moveTo>
                  <a:pt x="8011033" y="7297293"/>
                </a:moveTo>
                <a:lnTo>
                  <a:pt x="7896733" y="7297293"/>
                </a:lnTo>
                <a:lnTo>
                  <a:pt x="7896733" y="7259193"/>
                </a:lnTo>
                <a:lnTo>
                  <a:pt x="8011033" y="7259193"/>
                </a:lnTo>
                <a:close/>
                <a:moveTo>
                  <a:pt x="7744333" y="7259193"/>
                </a:moveTo>
                <a:lnTo>
                  <a:pt x="7630033" y="7259193"/>
                </a:lnTo>
                <a:lnTo>
                  <a:pt x="7630033" y="7221093"/>
                </a:lnTo>
                <a:lnTo>
                  <a:pt x="7744333" y="7221093"/>
                </a:lnTo>
                <a:close/>
                <a:moveTo>
                  <a:pt x="7477633" y="7221093"/>
                </a:moveTo>
                <a:lnTo>
                  <a:pt x="7363333" y="7221093"/>
                </a:lnTo>
                <a:lnTo>
                  <a:pt x="7363333" y="7182993"/>
                </a:lnTo>
                <a:lnTo>
                  <a:pt x="7477633" y="7182993"/>
                </a:lnTo>
                <a:close/>
                <a:moveTo>
                  <a:pt x="7210933" y="7182993"/>
                </a:moveTo>
                <a:lnTo>
                  <a:pt x="7096633" y="7182993"/>
                </a:lnTo>
                <a:lnTo>
                  <a:pt x="7096633" y="7144893"/>
                </a:lnTo>
                <a:lnTo>
                  <a:pt x="7210933" y="7144893"/>
                </a:lnTo>
                <a:close/>
                <a:moveTo>
                  <a:pt x="6944233" y="7144893"/>
                </a:moveTo>
                <a:lnTo>
                  <a:pt x="6829933" y="7144893"/>
                </a:lnTo>
                <a:lnTo>
                  <a:pt x="6829933" y="7106793"/>
                </a:lnTo>
                <a:lnTo>
                  <a:pt x="6944233" y="7106793"/>
                </a:lnTo>
                <a:close/>
                <a:moveTo>
                  <a:pt x="6677533" y="7106793"/>
                </a:moveTo>
                <a:lnTo>
                  <a:pt x="6563233" y="7106793"/>
                </a:lnTo>
                <a:lnTo>
                  <a:pt x="6563233" y="7068693"/>
                </a:lnTo>
                <a:lnTo>
                  <a:pt x="6677533" y="7068693"/>
                </a:lnTo>
                <a:close/>
                <a:moveTo>
                  <a:pt x="6410832" y="7068693"/>
                </a:moveTo>
                <a:lnTo>
                  <a:pt x="6296532" y="7068693"/>
                </a:lnTo>
                <a:lnTo>
                  <a:pt x="6296532" y="7030593"/>
                </a:lnTo>
                <a:lnTo>
                  <a:pt x="6410832" y="7030593"/>
                </a:lnTo>
                <a:close/>
                <a:moveTo>
                  <a:pt x="6144132" y="7030593"/>
                </a:moveTo>
                <a:lnTo>
                  <a:pt x="6029832" y="7030593"/>
                </a:lnTo>
                <a:lnTo>
                  <a:pt x="6029832" y="6992493"/>
                </a:lnTo>
                <a:lnTo>
                  <a:pt x="6144132" y="6992493"/>
                </a:lnTo>
                <a:close/>
                <a:moveTo>
                  <a:pt x="5877432" y="6992493"/>
                </a:moveTo>
                <a:lnTo>
                  <a:pt x="5763132" y="6992493"/>
                </a:lnTo>
                <a:lnTo>
                  <a:pt x="5763132" y="6954393"/>
                </a:lnTo>
                <a:lnTo>
                  <a:pt x="5877432" y="6954393"/>
                </a:lnTo>
                <a:close/>
                <a:moveTo>
                  <a:pt x="5610732" y="6954393"/>
                </a:moveTo>
                <a:lnTo>
                  <a:pt x="5496432" y="6954393"/>
                </a:lnTo>
                <a:lnTo>
                  <a:pt x="5496432" y="6916293"/>
                </a:lnTo>
                <a:lnTo>
                  <a:pt x="5610732" y="6916293"/>
                </a:lnTo>
                <a:close/>
                <a:moveTo>
                  <a:pt x="5344032" y="6916293"/>
                </a:moveTo>
                <a:lnTo>
                  <a:pt x="5229732" y="6916293"/>
                </a:lnTo>
                <a:lnTo>
                  <a:pt x="5229732" y="6878193"/>
                </a:lnTo>
                <a:lnTo>
                  <a:pt x="5344032" y="6878193"/>
                </a:lnTo>
                <a:close/>
                <a:moveTo>
                  <a:pt x="5077332" y="6878193"/>
                </a:moveTo>
                <a:lnTo>
                  <a:pt x="4963032" y="6878193"/>
                </a:lnTo>
                <a:lnTo>
                  <a:pt x="4963032" y="6840093"/>
                </a:lnTo>
                <a:lnTo>
                  <a:pt x="5077332" y="6840093"/>
                </a:lnTo>
                <a:close/>
                <a:moveTo>
                  <a:pt x="4810632" y="6840093"/>
                </a:moveTo>
                <a:lnTo>
                  <a:pt x="4696332" y="6840093"/>
                </a:lnTo>
                <a:lnTo>
                  <a:pt x="4696332" y="6801993"/>
                </a:lnTo>
                <a:lnTo>
                  <a:pt x="4810632" y="6801993"/>
                </a:lnTo>
                <a:close/>
                <a:moveTo>
                  <a:pt x="4543932" y="6801993"/>
                </a:moveTo>
                <a:lnTo>
                  <a:pt x="4429632" y="6801993"/>
                </a:lnTo>
                <a:lnTo>
                  <a:pt x="4429632" y="6763893"/>
                </a:lnTo>
                <a:lnTo>
                  <a:pt x="4543932" y="6763893"/>
                </a:lnTo>
                <a:close/>
                <a:moveTo>
                  <a:pt x="4277232" y="6763893"/>
                </a:moveTo>
                <a:lnTo>
                  <a:pt x="4162932" y="6763893"/>
                </a:lnTo>
                <a:lnTo>
                  <a:pt x="4162932" y="6725793"/>
                </a:lnTo>
                <a:lnTo>
                  <a:pt x="4277232" y="6725793"/>
                </a:lnTo>
                <a:close/>
                <a:moveTo>
                  <a:pt x="4010532" y="6725793"/>
                </a:moveTo>
                <a:lnTo>
                  <a:pt x="3896232" y="6725793"/>
                </a:lnTo>
                <a:lnTo>
                  <a:pt x="3896232" y="6687693"/>
                </a:lnTo>
                <a:lnTo>
                  <a:pt x="4010532" y="6687693"/>
                </a:lnTo>
                <a:close/>
                <a:moveTo>
                  <a:pt x="3743832" y="6687693"/>
                </a:moveTo>
                <a:lnTo>
                  <a:pt x="3629532" y="6687693"/>
                </a:lnTo>
                <a:lnTo>
                  <a:pt x="3629532" y="6649593"/>
                </a:lnTo>
                <a:lnTo>
                  <a:pt x="3743832" y="6649593"/>
                </a:lnTo>
                <a:close/>
                <a:moveTo>
                  <a:pt x="3477132" y="6649593"/>
                </a:moveTo>
                <a:lnTo>
                  <a:pt x="3362832" y="6649593"/>
                </a:lnTo>
                <a:lnTo>
                  <a:pt x="3362832" y="6611493"/>
                </a:lnTo>
                <a:lnTo>
                  <a:pt x="3477132" y="6611493"/>
                </a:lnTo>
                <a:close/>
                <a:moveTo>
                  <a:pt x="3210433" y="6611493"/>
                </a:moveTo>
                <a:lnTo>
                  <a:pt x="3199764" y="6611493"/>
                </a:lnTo>
                <a:lnTo>
                  <a:pt x="3199764" y="6592443"/>
                </a:lnTo>
                <a:lnTo>
                  <a:pt x="3199764" y="6611493"/>
                </a:lnTo>
                <a:cubicBezTo>
                  <a:pt x="3164839" y="6611493"/>
                  <a:pt x="3130042" y="6611112"/>
                  <a:pt x="3095371" y="6610223"/>
                </a:cubicBezTo>
                <a:lnTo>
                  <a:pt x="3096259" y="6572123"/>
                </a:lnTo>
                <a:cubicBezTo>
                  <a:pt x="3130677" y="6572885"/>
                  <a:pt x="3165221" y="6573393"/>
                  <a:pt x="3199764" y="6573393"/>
                </a:cubicBezTo>
                <a:lnTo>
                  <a:pt x="3210433" y="6573393"/>
                </a:lnTo>
                <a:close/>
                <a:moveTo>
                  <a:pt x="2942589" y="6565773"/>
                </a:moveTo>
                <a:cubicBezTo>
                  <a:pt x="2904236" y="6563487"/>
                  <a:pt x="2866008" y="6560693"/>
                  <a:pt x="2828036" y="6557518"/>
                </a:cubicBezTo>
                <a:lnTo>
                  <a:pt x="2831337" y="6519545"/>
                </a:lnTo>
                <a:cubicBezTo>
                  <a:pt x="2869056" y="6522720"/>
                  <a:pt x="2906902" y="6525514"/>
                  <a:pt x="2944875" y="6527800"/>
                </a:cubicBezTo>
                <a:close/>
                <a:moveTo>
                  <a:pt x="2678048" y="6503797"/>
                </a:moveTo>
                <a:cubicBezTo>
                  <a:pt x="2640075" y="6499225"/>
                  <a:pt x="2602102" y="6494018"/>
                  <a:pt x="2564383" y="6488430"/>
                </a:cubicBezTo>
                <a:lnTo>
                  <a:pt x="2569971" y="6450711"/>
                </a:lnTo>
                <a:cubicBezTo>
                  <a:pt x="2607309" y="6456299"/>
                  <a:pt x="2644902" y="6461379"/>
                  <a:pt x="2682620" y="6465951"/>
                </a:cubicBezTo>
                <a:close/>
                <a:moveTo>
                  <a:pt x="2417952" y="6425438"/>
                </a:moveTo>
                <a:cubicBezTo>
                  <a:pt x="2380233" y="6418453"/>
                  <a:pt x="2342768" y="6410960"/>
                  <a:pt x="2305430" y="6402959"/>
                </a:cubicBezTo>
                <a:lnTo>
                  <a:pt x="2313431" y="6365748"/>
                </a:lnTo>
                <a:cubicBezTo>
                  <a:pt x="2350389" y="6373622"/>
                  <a:pt x="2387599" y="6380988"/>
                  <a:pt x="2424937" y="6387973"/>
                </a:cubicBezTo>
                <a:close/>
                <a:moveTo>
                  <a:pt x="2163317" y="6330950"/>
                </a:moveTo>
                <a:cubicBezTo>
                  <a:pt x="2126106" y="6321552"/>
                  <a:pt x="2089022" y="6311773"/>
                  <a:pt x="2052319" y="6301486"/>
                </a:cubicBezTo>
                <a:lnTo>
                  <a:pt x="2062606" y="6264783"/>
                </a:lnTo>
                <a:cubicBezTo>
                  <a:pt x="2099055" y="6274943"/>
                  <a:pt x="2135758" y="6284722"/>
                  <a:pt x="2172715" y="6293993"/>
                </a:cubicBezTo>
                <a:close/>
                <a:moveTo>
                  <a:pt x="1915032" y="6220587"/>
                </a:moveTo>
                <a:cubicBezTo>
                  <a:pt x="1878456" y="6208903"/>
                  <a:pt x="1842134" y="6196838"/>
                  <a:pt x="1806067" y="6184265"/>
                </a:cubicBezTo>
                <a:lnTo>
                  <a:pt x="1818639" y="6148324"/>
                </a:lnTo>
                <a:cubicBezTo>
                  <a:pt x="1854453" y="6160770"/>
                  <a:pt x="1890394" y="6172835"/>
                  <a:pt x="1926589" y="6184392"/>
                </a:cubicBezTo>
                <a:close/>
                <a:moveTo>
                  <a:pt x="1674114" y="6094984"/>
                </a:moveTo>
                <a:cubicBezTo>
                  <a:pt x="1638426" y="6081141"/>
                  <a:pt x="1602993" y="6066663"/>
                  <a:pt x="1567814" y="6051931"/>
                </a:cubicBezTo>
                <a:lnTo>
                  <a:pt x="1582546" y="6016879"/>
                </a:lnTo>
                <a:cubicBezTo>
                  <a:pt x="1617471" y="6031611"/>
                  <a:pt x="1652523" y="6045835"/>
                  <a:pt x="1687956" y="6059551"/>
                </a:cubicBezTo>
                <a:close/>
                <a:moveTo>
                  <a:pt x="1441576" y="5954522"/>
                </a:moveTo>
                <a:cubicBezTo>
                  <a:pt x="1406778" y="5938393"/>
                  <a:pt x="1372361" y="5921883"/>
                  <a:pt x="1338071" y="5904865"/>
                </a:cubicBezTo>
                <a:lnTo>
                  <a:pt x="1355089" y="5870702"/>
                </a:lnTo>
                <a:cubicBezTo>
                  <a:pt x="1388998" y="5887593"/>
                  <a:pt x="1423161" y="5903976"/>
                  <a:pt x="1457706" y="5919978"/>
                </a:cubicBezTo>
                <a:close/>
                <a:moveTo>
                  <a:pt x="1218437" y="5799709"/>
                </a:moveTo>
                <a:cubicBezTo>
                  <a:pt x="1184782" y="5781421"/>
                  <a:pt x="1151381" y="5762752"/>
                  <a:pt x="1118234" y="5743575"/>
                </a:cubicBezTo>
                <a:lnTo>
                  <a:pt x="1137284" y="5710555"/>
                </a:lnTo>
                <a:cubicBezTo>
                  <a:pt x="1170177" y="5729478"/>
                  <a:pt x="1203197" y="5748020"/>
                  <a:pt x="1236598" y="5766181"/>
                </a:cubicBezTo>
                <a:close/>
                <a:moveTo>
                  <a:pt x="1005204" y="5631180"/>
                </a:moveTo>
                <a:cubicBezTo>
                  <a:pt x="972692" y="5610860"/>
                  <a:pt x="940561" y="5590159"/>
                  <a:pt x="908684" y="5568950"/>
                </a:cubicBezTo>
                <a:lnTo>
                  <a:pt x="929767" y="5537200"/>
                </a:lnTo>
                <a:cubicBezTo>
                  <a:pt x="961389" y="5558155"/>
                  <a:pt x="993267" y="5578729"/>
                  <a:pt x="1025397" y="5598922"/>
                </a:cubicBezTo>
                <a:close/>
                <a:moveTo>
                  <a:pt x="802893" y="5449824"/>
                </a:moveTo>
                <a:cubicBezTo>
                  <a:pt x="771778" y="5427472"/>
                  <a:pt x="740917" y="5404866"/>
                  <a:pt x="710437" y="5381752"/>
                </a:cubicBezTo>
                <a:lnTo>
                  <a:pt x="733424" y="5351399"/>
                </a:lnTo>
                <a:cubicBezTo>
                  <a:pt x="763650" y="5374259"/>
                  <a:pt x="794130" y="5396738"/>
                  <a:pt x="824991" y="5418836"/>
                </a:cubicBezTo>
                <a:close/>
                <a:moveTo>
                  <a:pt x="612266" y="5256149"/>
                </a:moveTo>
                <a:cubicBezTo>
                  <a:pt x="582548" y="5232019"/>
                  <a:pt x="553211" y="5207381"/>
                  <a:pt x="524255" y="5182362"/>
                </a:cubicBezTo>
                <a:lnTo>
                  <a:pt x="549147" y="5153533"/>
                </a:lnTo>
                <a:cubicBezTo>
                  <a:pt x="577849" y="5178298"/>
                  <a:pt x="606932" y="5202682"/>
                  <a:pt x="636396" y="5226558"/>
                </a:cubicBezTo>
                <a:close/>
                <a:moveTo>
                  <a:pt x="434212" y="5050917"/>
                </a:moveTo>
                <a:cubicBezTo>
                  <a:pt x="406145" y="5024882"/>
                  <a:pt x="378332" y="4998593"/>
                  <a:pt x="350900" y="4971923"/>
                </a:cubicBezTo>
                <a:lnTo>
                  <a:pt x="377443" y="4944618"/>
                </a:lnTo>
                <a:cubicBezTo>
                  <a:pt x="404621" y="4971034"/>
                  <a:pt x="432053" y="4997196"/>
                  <a:pt x="459993" y="5022977"/>
                </a:cubicBezTo>
                <a:close/>
                <a:moveTo>
                  <a:pt x="1183640" y="7229983"/>
                </a:moveTo>
                <a:cubicBezTo>
                  <a:pt x="1157224" y="7202297"/>
                  <a:pt x="1131189" y="7174230"/>
                  <a:pt x="1105408" y="7145909"/>
                </a:cubicBezTo>
                <a:lnTo>
                  <a:pt x="1133602" y="7120382"/>
                </a:lnTo>
                <a:cubicBezTo>
                  <a:pt x="1159002" y="7148449"/>
                  <a:pt x="1184910" y="7176262"/>
                  <a:pt x="1211072" y="7203694"/>
                </a:cubicBezTo>
                <a:close/>
                <a:moveTo>
                  <a:pt x="1004824" y="7030720"/>
                </a:moveTo>
                <a:cubicBezTo>
                  <a:pt x="980186" y="7001510"/>
                  <a:pt x="955929" y="6971919"/>
                  <a:pt x="932053" y="6941947"/>
                </a:cubicBezTo>
                <a:lnTo>
                  <a:pt x="961771" y="6918198"/>
                </a:lnTo>
                <a:cubicBezTo>
                  <a:pt x="985393" y="6947788"/>
                  <a:pt x="1009523" y="6977126"/>
                  <a:pt x="1033907" y="7006209"/>
                </a:cubicBezTo>
                <a:close/>
                <a:moveTo>
                  <a:pt x="838581" y="6820662"/>
                </a:moveTo>
                <a:cubicBezTo>
                  <a:pt x="815848" y="6789928"/>
                  <a:pt x="793369" y="6758940"/>
                  <a:pt x="771398" y="6727571"/>
                </a:cubicBezTo>
                <a:lnTo>
                  <a:pt x="802640" y="6705600"/>
                </a:lnTo>
                <a:cubicBezTo>
                  <a:pt x="824357" y="6736715"/>
                  <a:pt x="846582" y="6767449"/>
                  <a:pt x="869188" y="6797929"/>
                </a:cubicBezTo>
                <a:close/>
                <a:moveTo>
                  <a:pt x="685927" y="6600571"/>
                </a:moveTo>
                <a:cubicBezTo>
                  <a:pt x="665099" y="6568439"/>
                  <a:pt x="644652" y="6536055"/>
                  <a:pt x="624713" y="6503415"/>
                </a:cubicBezTo>
                <a:lnTo>
                  <a:pt x="657225" y="6483604"/>
                </a:lnTo>
                <a:cubicBezTo>
                  <a:pt x="677037" y="6515989"/>
                  <a:pt x="697230" y="6548120"/>
                  <a:pt x="717931" y="6579870"/>
                </a:cubicBezTo>
                <a:close/>
                <a:moveTo>
                  <a:pt x="547243" y="6371463"/>
                </a:moveTo>
                <a:cubicBezTo>
                  <a:pt x="528447" y="6338189"/>
                  <a:pt x="510159" y="6304534"/>
                  <a:pt x="492252" y="6270625"/>
                </a:cubicBezTo>
                <a:lnTo>
                  <a:pt x="525907" y="6252845"/>
                </a:lnTo>
                <a:cubicBezTo>
                  <a:pt x="543687" y="6286373"/>
                  <a:pt x="561848" y="6319647"/>
                  <a:pt x="580390" y="6352667"/>
                </a:cubicBezTo>
                <a:close/>
                <a:moveTo>
                  <a:pt x="423164" y="6134100"/>
                </a:moveTo>
                <a:cubicBezTo>
                  <a:pt x="406527" y="6099683"/>
                  <a:pt x="390398" y="6065012"/>
                  <a:pt x="374650" y="6030087"/>
                </a:cubicBezTo>
                <a:lnTo>
                  <a:pt x="409448" y="6014466"/>
                </a:lnTo>
                <a:cubicBezTo>
                  <a:pt x="425069" y="6049010"/>
                  <a:pt x="441071" y="6083427"/>
                  <a:pt x="457581" y="6117463"/>
                </a:cubicBezTo>
                <a:close/>
                <a:moveTo>
                  <a:pt x="348742" y="5872861"/>
                </a:moveTo>
                <a:cubicBezTo>
                  <a:pt x="334264" y="5837428"/>
                  <a:pt x="320294" y="5801868"/>
                  <a:pt x="306832" y="5765927"/>
                </a:cubicBezTo>
                <a:lnTo>
                  <a:pt x="342519" y="5752465"/>
                </a:lnTo>
                <a:cubicBezTo>
                  <a:pt x="355854" y="5788025"/>
                  <a:pt x="369697" y="5823331"/>
                  <a:pt x="384048" y="5858383"/>
                </a:cubicBezTo>
                <a:close/>
                <a:moveTo>
                  <a:pt x="290830" y="5607304"/>
                </a:moveTo>
                <a:cubicBezTo>
                  <a:pt x="278638" y="5571109"/>
                  <a:pt x="266954" y="5534533"/>
                  <a:pt x="255778" y="5497957"/>
                </a:cubicBezTo>
                <a:lnTo>
                  <a:pt x="292227" y="5486781"/>
                </a:lnTo>
                <a:cubicBezTo>
                  <a:pt x="303403" y="5523103"/>
                  <a:pt x="314960" y="5559298"/>
                  <a:pt x="327025" y="5595239"/>
                </a:cubicBezTo>
                <a:close/>
                <a:moveTo>
                  <a:pt x="249809" y="5338699"/>
                </a:moveTo>
                <a:cubicBezTo>
                  <a:pt x="240030" y="5301869"/>
                  <a:pt x="230632" y="5264785"/>
                  <a:pt x="221742" y="5227447"/>
                </a:cubicBezTo>
                <a:lnTo>
                  <a:pt x="258826" y="5218684"/>
                </a:lnTo>
                <a:cubicBezTo>
                  <a:pt x="267589" y="5255641"/>
                  <a:pt x="276860" y="5292344"/>
                  <a:pt x="286639" y="5328920"/>
                </a:cubicBezTo>
                <a:close/>
                <a:moveTo>
                  <a:pt x="83058" y="5120894"/>
                </a:moveTo>
                <a:cubicBezTo>
                  <a:pt x="75565" y="5083429"/>
                  <a:pt x="68580" y="5045837"/>
                  <a:pt x="62103" y="5008118"/>
                </a:cubicBezTo>
                <a:lnTo>
                  <a:pt x="99695" y="5001641"/>
                </a:lnTo>
                <a:cubicBezTo>
                  <a:pt x="106172" y="5039106"/>
                  <a:pt x="113030" y="5076317"/>
                  <a:pt x="120523" y="5113401"/>
                </a:cubicBezTo>
                <a:close/>
                <a:moveTo>
                  <a:pt x="38862" y="4856861"/>
                </a:moveTo>
                <a:cubicBezTo>
                  <a:pt x="33782" y="4819015"/>
                  <a:pt x="29083" y="4780915"/>
                  <a:pt x="25019" y="4742815"/>
                </a:cubicBezTo>
                <a:lnTo>
                  <a:pt x="62865" y="4738751"/>
                </a:lnTo>
                <a:cubicBezTo>
                  <a:pt x="66929" y="4776597"/>
                  <a:pt x="71501" y="4814316"/>
                  <a:pt x="76581" y="4851781"/>
                </a:cubicBezTo>
                <a:close/>
                <a:moveTo>
                  <a:pt x="11176" y="4590542"/>
                </a:moveTo>
                <a:cubicBezTo>
                  <a:pt x="8382" y="4552442"/>
                  <a:pt x="6223" y="4514215"/>
                  <a:pt x="4445" y="4475734"/>
                </a:cubicBezTo>
                <a:lnTo>
                  <a:pt x="42545" y="4473956"/>
                </a:lnTo>
                <a:cubicBezTo>
                  <a:pt x="44323" y="4512056"/>
                  <a:pt x="46482" y="4549902"/>
                  <a:pt x="49276" y="4587748"/>
                </a:cubicBezTo>
                <a:close/>
                <a:moveTo>
                  <a:pt x="254" y="4322826"/>
                </a:moveTo>
                <a:cubicBezTo>
                  <a:pt x="127" y="4308094"/>
                  <a:pt x="0" y="4293489"/>
                  <a:pt x="0" y="4278757"/>
                </a:cubicBezTo>
                <a:lnTo>
                  <a:pt x="19050" y="4278757"/>
                </a:lnTo>
                <a:lnTo>
                  <a:pt x="0" y="4278757"/>
                </a:lnTo>
                <a:cubicBezTo>
                  <a:pt x="0" y="4240276"/>
                  <a:pt x="508" y="4201922"/>
                  <a:pt x="1524" y="4163695"/>
                </a:cubicBezTo>
                <a:lnTo>
                  <a:pt x="39624" y="4164711"/>
                </a:lnTo>
                <a:cubicBezTo>
                  <a:pt x="38608" y="4202557"/>
                  <a:pt x="38100" y="4240657"/>
                  <a:pt x="38100" y="4278757"/>
                </a:cubicBezTo>
                <a:lnTo>
                  <a:pt x="19050" y="4278757"/>
                </a:lnTo>
                <a:lnTo>
                  <a:pt x="38100" y="4278757"/>
                </a:lnTo>
                <a:cubicBezTo>
                  <a:pt x="38100" y="4293362"/>
                  <a:pt x="38227" y="4307840"/>
                  <a:pt x="38354" y="4322445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1928393" y="5256725"/>
            <a:ext cx="6934500" cy="1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r>
              <a:rPr lang="en-US" sz="3000">
                <a:solidFill>
                  <a:schemeClr val="lt1"/>
                </a:solidFill>
              </a:rPr>
              <a:t>Инвентаризация имущества и основных средств в офисах и на производствах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897348" y="3177150"/>
            <a:ext cx="6934500" cy="23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en-US" sz="3000">
                <a:solidFill>
                  <a:schemeClr val="lt1"/>
                </a:solidFill>
              </a:rPr>
              <a:t>Инвентаризация ТМЦ розничных магазинов, складов и распределительных центров</a:t>
            </a:r>
            <a:endParaRPr sz="3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endParaRPr sz="3000">
              <a:solidFill>
                <a:schemeClr val="lt1"/>
              </a:solidFill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1891327" y="8677202"/>
            <a:ext cx="51411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r>
              <a:rPr lang="en-US" sz="3000">
                <a:solidFill>
                  <a:schemeClr val="lt1"/>
                </a:solidFill>
              </a:rPr>
              <a:t>Переклейка ценников и учёт товарных запасов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902080" y="5341933"/>
            <a:ext cx="822044" cy="746754"/>
          </a:xfrm>
          <a:custGeom>
            <a:avLst/>
            <a:gdLst/>
            <a:ahLst/>
            <a:cxnLst/>
            <a:rect l="l" t="t" r="r" b="b"/>
            <a:pathLst>
              <a:path w="822044" h="746754" extrusionOk="0">
                <a:moveTo>
                  <a:pt x="0" y="0"/>
                </a:moveTo>
                <a:lnTo>
                  <a:pt x="822044" y="0"/>
                </a:lnTo>
                <a:lnTo>
                  <a:pt x="822044" y="746754"/>
                </a:lnTo>
                <a:lnTo>
                  <a:pt x="0" y="746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700" r="-7690"/>
            </a:stretch>
          </a:blipFill>
          <a:ln>
            <a:noFill/>
          </a:ln>
        </p:spPr>
      </p:sp>
      <p:sp>
        <p:nvSpPr>
          <p:cNvPr id="341" name="Google Shape;341;p23"/>
          <p:cNvSpPr/>
          <p:nvPr/>
        </p:nvSpPr>
        <p:spPr>
          <a:xfrm>
            <a:off x="892548" y="3277757"/>
            <a:ext cx="716228" cy="673840"/>
          </a:xfrm>
          <a:custGeom>
            <a:avLst/>
            <a:gdLst/>
            <a:ahLst/>
            <a:cxnLst/>
            <a:rect l="l" t="t" r="r" b="b"/>
            <a:pathLst>
              <a:path w="716228" h="673840" extrusionOk="0">
                <a:moveTo>
                  <a:pt x="0" y="0"/>
                </a:moveTo>
                <a:lnTo>
                  <a:pt x="716228" y="0"/>
                </a:lnTo>
                <a:lnTo>
                  <a:pt x="716228" y="673840"/>
                </a:lnTo>
                <a:lnTo>
                  <a:pt x="0" y="673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150" b="-3140"/>
            </a:stretch>
          </a:blipFill>
          <a:ln>
            <a:noFill/>
          </a:ln>
        </p:spPr>
      </p:sp>
      <p:sp>
        <p:nvSpPr>
          <p:cNvPr id="342" name="Google Shape;342;p23"/>
          <p:cNvSpPr/>
          <p:nvPr/>
        </p:nvSpPr>
        <p:spPr>
          <a:xfrm>
            <a:off x="791725" y="7285632"/>
            <a:ext cx="763091" cy="760091"/>
          </a:xfrm>
          <a:custGeom>
            <a:avLst/>
            <a:gdLst/>
            <a:ahLst/>
            <a:cxnLst/>
            <a:rect l="l" t="t" r="r" b="b"/>
            <a:pathLst>
              <a:path w="763091" h="760091" extrusionOk="0">
                <a:moveTo>
                  <a:pt x="0" y="0"/>
                </a:moveTo>
                <a:lnTo>
                  <a:pt x="763091" y="0"/>
                </a:lnTo>
                <a:lnTo>
                  <a:pt x="763091" y="760090"/>
                </a:lnTo>
                <a:lnTo>
                  <a:pt x="0" y="760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00" b="-910"/>
            </a:stretch>
          </a:blipFill>
          <a:ln>
            <a:noFill/>
          </a:ln>
        </p:spPr>
      </p:sp>
      <p:sp>
        <p:nvSpPr>
          <p:cNvPr id="343" name="Google Shape;343;p23"/>
          <p:cNvSpPr/>
          <p:nvPr/>
        </p:nvSpPr>
        <p:spPr>
          <a:xfrm>
            <a:off x="856041" y="8664502"/>
            <a:ext cx="887093" cy="790018"/>
          </a:xfrm>
          <a:custGeom>
            <a:avLst/>
            <a:gdLst/>
            <a:ahLst/>
            <a:cxnLst/>
            <a:rect l="l" t="t" r="r" b="b"/>
            <a:pathLst>
              <a:path w="887093" h="790018" extrusionOk="0">
                <a:moveTo>
                  <a:pt x="0" y="0"/>
                </a:moveTo>
                <a:lnTo>
                  <a:pt x="887093" y="0"/>
                </a:lnTo>
                <a:lnTo>
                  <a:pt x="887093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3170" r="-3170"/>
            </a:stretch>
          </a:blipFill>
          <a:ln>
            <a:noFill/>
          </a:ln>
        </p:spPr>
      </p:sp>
      <p:sp>
        <p:nvSpPr>
          <p:cNvPr id="344" name="Google Shape;344;p23"/>
          <p:cNvSpPr/>
          <p:nvPr/>
        </p:nvSpPr>
        <p:spPr>
          <a:xfrm>
            <a:off x="9175458" y="4340340"/>
            <a:ext cx="415761" cy="445863"/>
          </a:xfrm>
          <a:custGeom>
            <a:avLst/>
            <a:gdLst/>
            <a:ahLst/>
            <a:cxnLst/>
            <a:rect l="l" t="t" r="r" b="b"/>
            <a:pathLst>
              <a:path w="415761" h="445863" extrusionOk="0">
                <a:moveTo>
                  <a:pt x="0" y="0"/>
                </a:moveTo>
                <a:lnTo>
                  <a:pt x="415761" y="0"/>
                </a:lnTo>
                <a:lnTo>
                  <a:pt x="415761" y="445863"/>
                </a:lnTo>
                <a:lnTo>
                  <a:pt x="0" y="445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3620" r="-3620"/>
            </a:stretch>
          </a:blipFill>
          <a:ln>
            <a:noFill/>
          </a:ln>
        </p:spPr>
      </p:sp>
      <p:sp>
        <p:nvSpPr>
          <p:cNvPr id="345" name="Google Shape;345;p23"/>
          <p:cNvSpPr/>
          <p:nvPr/>
        </p:nvSpPr>
        <p:spPr>
          <a:xfrm>
            <a:off x="9145760" y="5384476"/>
            <a:ext cx="423303" cy="454912"/>
          </a:xfrm>
          <a:custGeom>
            <a:avLst/>
            <a:gdLst/>
            <a:ahLst/>
            <a:cxnLst/>
            <a:rect l="l" t="t" r="r" b="b"/>
            <a:pathLst>
              <a:path w="423303" h="454912" extrusionOk="0">
                <a:moveTo>
                  <a:pt x="0" y="0"/>
                </a:moveTo>
                <a:lnTo>
                  <a:pt x="423302" y="0"/>
                </a:lnTo>
                <a:lnTo>
                  <a:pt x="423302" y="454913"/>
                </a:lnTo>
                <a:lnTo>
                  <a:pt x="0" y="454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3730" r="-3740"/>
            </a:stretch>
          </a:blipFill>
          <a:ln>
            <a:noFill/>
          </a:ln>
        </p:spPr>
      </p:sp>
      <p:sp>
        <p:nvSpPr>
          <p:cNvPr id="346" name="Google Shape;346;p23"/>
          <p:cNvSpPr/>
          <p:nvPr/>
        </p:nvSpPr>
        <p:spPr>
          <a:xfrm>
            <a:off x="9144000" y="7584722"/>
            <a:ext cx="412668" cy="443484"/>
          </a:xfrm>
          <a:custGeom>
            <a:avLst/>
            <a:gdLst/>
            <a:ahLst/>
            <a:cxnLst/>
            <a:rect l="l" t="t" r="r" b="b"/>
            <a:pathLst>
              <a:path w="412668" h="443484" extrusionOk="0">
                <a:moveTo>
                  <a:pt x="0" y="0"/>
                </a:moveTo>
                <a:lnTo>
                  <a:pt x="412668" y="0"/>
                </a:lnTo>
                <a:lnTo>
                  <a:pt x="412668" y="443484"/>
                </a:lnTo>
                <a:lnTo>
                  <a:pt x="0" y="443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l="-3730" r="-3740"/>
            </a:stretch>
          </a:blipFill>
          <a:ln>
            <a:noFill/>
          </a:ln>
        </p:spPr>
      </p:sp>
      <p:sp>
        <p:nvSpPr>
          <p:cNvPr id="347" name="Google Shape;347;p23"/>
          <p:cNvSpPr/>
          <p:nvPr/>
        </p:nvSpPr>
        <p:spPr>
          <a:xfrm>
            <a:off x="9144879" y="6440958"/>
            <a:ext cx="417984" cy="448055"/>
          </a:xfrm>
          <a:custGeom>
            <a:avLst/>
            <a:gdLst/>
            <a:ahLst/>
            <a:cxnLst/>
            <a:rect l="l" t="t" r="r" b="b"/>
            <a:pathLst>
              <a:path w="417984" h="448055" extrusionOk="0">
                <a:moveTo>
                  <a:pt x="0" y="0"/>
                </a:moveTo>
                <a:lnTo>
                  <a:pt x="417984" y="0"/>
                </a:lnTo>
                <a:lnTo>
                  <a:pt x="417984" y="448055"/>
                </a:lnTo>
                <a:lnTo>
                  <a:pt x="0" y="448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l="-3601" r="-3590"/>
            </a:stretch>
          </a:blipFill>
          <a:ln>
            <a:noFill/>
          </a:ln>
        </p:spPr>
      </p:sp>
      <p:sp>
        <p:nvSpPr>
          <p:cNvPr id="348" name="Google Shape;348;p23"/>
          <p:cNvSpPr txBox="1"/>
          <p:nvPr/>
        </p:nvSpPr>
        <p:spPr>
          <a:xfrm>
            <a:off x="9844839" y="4176136"/>
            <a:ext cx="76053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r>
              <a:rPr lang="en-US" sz="2400">
                <a:solidFill>
                  <a:srgbClr val="241C30"/>
                </a:solidFill>
              </a:rPr>
              <a:t>Современные терминалы сбора данных Motorola / Zebra</a:t>
            </a:r>
            <a:endParaRPr sz="2400">
              <a:solidFill>
                <a:srgbClr val="241C30"/>
              </a:solidFill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9844840" y="5256719"/>
            <a:ext cx="73761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r>
              <a:rPr lang="en-US" sz="2400">
                <a:solidFill>
                  <a:srgbClr val="241C30"/>
                </a:solidFill>
              </a:rPr>
              <a:t>Собственный парк оборудования — более 1 500 единиц</a:t>
            </a:r>
            <a:endParaRPr sz="2400">
              <a:solidFill>
                <a:srgbClr val="241C30"/>
              </a:solidFill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9844868" y="6334850"/>
            <a:ext cx="858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r>
              <a:rPr lang="en-US" sz="2400">
                <a:solidFill>
                  <a:srgbClr val="271B31"/>
                </a:solidFill>
              </a:rPr>
              <a:t>ПО собственной разработки, постоянно обновляется</a:t>
            </a:r>
            <a:endParaRPr sz="2400">
              <a:solidFill>
                <a:srgbClr val="271B31"/>
              </a:solidFill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9844868" y="7469950"/>
            <a:ext cx="90903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r>
              <a:rPr lang="en-US" sz="2400">
                <a:solidFill>
                  <a:srgbClr val="271B31"/>
                </a:solidFill>
              </a:rPr>
              <a:t>Точное соблюдение всех требований технического задания клиента</a:t>
            </a:r>
            <a:endParaRPr sz="2400">
              <a:solidFill>
                <a:srgbClr val="271B31"/>
              </a:solidFill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10134099" y="3419873"/>
            <a:ext cx="476799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271B31"/>
                </a:solidFill>
                <a:latin typeface="Arimo"/>
                <a:ea typeface="Arimo"/>
                <a:cs typeface="Arimo"/>
                <a:sym typeface="Arimo"/>
              </a:rPr>
              <a:t>АВТОМАТИЗАЦИЯ</a:t>
            </a:r>
            <a:endParaRPr b="1" dirty="0"/>
          </a:p>
        </p:txBody>
      </p:sp>
      <p:sp>
        <p:nvSpPr>
          <p:cNvPr id="353" name="Google Shape;353;p23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354" name="Google Shape;354;p23"/>
          <p:cNvSpPr txBox="1"/>
          <p:nvPr/>
        </p:nvSpPr>
        <p:spPr>
          <a:xfrm>
            <a:off x="2588235" y="624615"/>
            <a:ext cx="15699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КЛЮЧЕВЫЕ СОСТАВЛЯЮЩИЕ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2588219" y="1753975"/>
            <a:ext cx="150546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rgbClr val="C0CF1D"/>
                </a:solidFill>
                <a:highlight>
                  <a:schemeClr val="dk1"/>
                </a:highlight>
                <a:latin typeface="Arimo"/>
                <a:ea typeface="Arimo"/>
                <a:cs typeface="Arimo"/>
                <a:sym typeface="Arimo"/>
              </a:rPr>
              <a:t>УСЛУГИ </a:t>
            </a:r>
            <a:r>
              <a:rPr lang="en-US" sz="2400">
                <a:solidFill>
                  <a:srgbClr val="C0CF1D"/>
                </a:solidFill>
                <a:highlight>
                  <a:schemeClr val="dk1"/>
                </a:highlight>
                <a:latin typeface="Arimo"/>
                <a:ea typeface="Arimo"/>
                <a:cs typeface="Arimo"/>
                <a:sym typeface="Arimo"/>
              </a:rPr>
              <a:t>ИНВЕНТАРИЗАЦИИ - </a:t>
            </a:r>
            <a:r>
              <a:rPr lang="en-US" sz="2400">
                <a:solidFill>
                  <a:srgbClr val="C0CF1D"/>
                </a:solidFill>
                <a:highlight>
                  <a:schemeClr val="dk1"/>
                </a:highlight>
              </a:rPr>
              <a:t>ТОЧНЫЙ ПРОСЧЁТ НА СОБСТВЕННОМ ПО</a:t>
            </a:r>
            <a:endParaRPr sz="2400">
              <a:solidFill>
                <a:srgbClr val="C0CF1D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0CF1D"/>
              </a:solidFill>
              <a:highlight>
                <a:schemeClr val="dk1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1724032" y="7266163"/>
            <a:ext cx="64080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2025"/>
              <a:buFont typeface="Arial"/>
              <a:buNone/>
            </a:pPr>
            <a:r>
              <a:rPr lang="en-US" sz="3000">
                <a:solidFill>
                  <a:schemeClr val="lt1"/>
                </a:solidFill>
              </a:rPr>
              <a:t>Штрих-кодирование, справочники и фотокаталоги для автоматизации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 txBox="1"/>
          <p:nvPr/>
        </p:nvSpPr>
        <p:spPr>
          <a:xfrm>
            <a:off x="4253440" y="6571291"/>
            <a:ext cx="97812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0" i="0" u="sng" strike="noStrike" cap="none">
              <a:solidFill>
                <a:schemeClr val="hlink"/>
              </a:solidFill>
              <a:latin typeface="Open Sans"/>
              <a:ea typeface="Open Sans"/>
              <a:cs typeface="Open Sans"/>
              <a:sym typeface="Open Sans"/>
              <a:hlinkClick r:id="rId3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1362075" y="876300"/>
            <a:ext cx="50874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КЛЮЧЕВЫЕ ПАРТНЁРЫ · КЕЙСЫ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1066825" y="4237079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1276375" y="3527466"/>
            <a:ext cx="2575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ПРОЕКТ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3974554" y="4237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4184104" y="3527466"/>
            <a:ext cx="1918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СРОК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236147" y="4237079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445697" y="3527466"/>
            <a:ext cx="45726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ОБЪЕКТЫ / ЕД. ПРОСЧЁТА В МЕСЯЦ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11082437" y="4237079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11291987" y="3527466"/>
            <a:ext cx="35742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ГОРОДА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14959484" y="4237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15169034" y="3527466"/>
            <a:ext cx="1918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СЧЁТЧИКОВ В СМЕНУ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1066825" y="5161004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4"/>
          <p:cNvSpPr/>
          <p:nvPr/>
        </p:nvSpPr>
        <p:spPr>
          <a:xfrm>
            <a:off x="1276375" y="4418054"/>
            <a:ext cx="257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ФЕДЕРАЛЬНЫЙ РИТЕЙЛ A</a:t>
            </a:r>
            <a:endParaRPr sz="187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3974554" y="51610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4184104" y="4418054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2018 — н.в.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6236147" y="5161004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4"/>
          <p:cNvSpPr/>
          <p:nvPr/>
        </p:nvSpPr>
        <p:spPr>
          <a:xfrm>
            <a:off x="6445697" y="4418054"/>
            <a:ext cx="4572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250+ магазинов · </a:t>
            </a:r>
            <a:r>
              <a:rPr lang="en-US" sz="1875" b="1" i="0" u="none" strike="noStrike" cap="none">
                <a:solidFill>
                  <a:srgbClr val="7E9E10"/>
                </a:solidFill>
                <a:latin typeface="Arial"/>
                <a:ea typeface="Arial"/>
                <a:cs typeface="Arial"/>
                <a:sym typeface="Arial"/>
              </a:rPr>
              <a:t>1,9 млн </a:t>
            </a: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11082437" y="5161004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4"/>
          <p:cNvSpPr/>
          <p:nvPr/>
        </p:nvSpPr>
        <p:spPr>
          <a:xfrm>
            <a:off x="11291987" y="4418054"/>
            <a:ext cx="3574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Москва, Санкт-Петербург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14959484" y="51610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4"/>
          <p:cNvSpPr/>
          <p:nvPr/>
        </p:nvSpPr>
        <p:spPr>
          <a:xfrm>
            <a:off x="15169034" y="4418054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10–40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1066825" y="6084929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4"/>
          <p:cNvSpPr/>
          <p:nvPr/>
        </p:nvSpPr>
        <p:spPr>
          <a:xfrm>
            <a:off x="1276375" y="5341979"/>
            <a:ext cx="257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ФЕДЕРАЛЬНЫЙ РИТЕЙЛ B</a:t>
            </a:r>
            <a:endParaRPr sz="187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3974554" y="608492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4184104" y="5341979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2018 — н.в.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6236147" y="6084929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6445697" y="5341979"/>
            <a:ext cx="4572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190+ магазинов · </a:t>
            </a:r>
            <a:r>
              <a:rPr lang="en-US" sz="1875" b="1" i="0" u="none" strike="noStrike" cap="none">
                <a:solidFill>
                  <a:srgbClr val="7E9E10"/>
                </a:solidFill>
                <a:latin typeface="Arial"/>
                <a:ea typeface="Arial"/>
                <a:cs typeface="Arial"/>
                <a:sym typeface="Arial"/>
              </a:rPr>
              <a:t>3 млн </a:t>
            </a: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11082437" y="6084929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4"/>
          <p:cNvSpPr/>
          <p:nvPr/>
        </p:nvSpPr>
        <p:spPr>
          <a:xfrm>
            <a:off x="11291987" y="5341979"/>
            <a:ext cx="3574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Москва, СПб, Новосибирск, Екатеринбург и др.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14959484" y="608492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15169034" y="5341979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10–60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1066825" y="6761204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1276375" y="6265904"/>
            <a:ext cx="2575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СЕТЬ C</a:t>
            </a:r>
            <a:endParaRPr sz="187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3974554" y="67612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4184104" y="6265904"/>
            <a:ext cx="1918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2020 — н.в.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6236147" y="6761204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6445697" y="6265904"/>
            <a:ext cx="4572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20+ магазинов · </a:t>
            </a:r>
            <a:r>
              <a:rPr lang="en-US" sz="1875" b="1" i="0" u="none" strike="noStrike" cap="none">
                <a:solidFill>
                  <a:srgbClr val="7E9E10"/>
                </a:solidFill>
                <a:latin typeface="Arial"/>
                <a:ea typeface="Arial"/>
                <a:cs typeface="Arial"/>
                <a:sym typeface="Arial"/>
              </a:rPr>
              <a:t>2,5 млн </a:t>
            </a: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11082437" y="6761204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11291987" y="6265904"/>
            <a:ext cx="3574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Все города присутствия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14959484" y="67612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15169034" y="6265904"/>
            <a:ext cx="1918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от 30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1066825" y="7666079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1276375" y="6942179"/>
            <a:ext cx="2575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СКЛАДЫ И РЦ D</a:t>
            </a:r>
            <a:endParaRPr sz="187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3974554" y="7666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4184104" y="6942179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2020 — 2025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6236147" y="7666079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6445697" y="6942179"/>
            <a:ext cx="4572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до 8 объектов · </a:t>
            </a:r>
            <a:r>
              <a:rPr lang="en-US" sz="1875" b="1" i="0" u="none" strike="noStrike" cap="none">
                <a:solidFill>
                  <a:srgbClr val="7E9E10"/>
                </a:solidFill>
                <a:latin typeface="Arial"/>
                <a:ea typeface="Arial"/>
                <a:cs typeface="Arial"/>
                <a:sym typeface="Arial"/>
              </a:rPr>
              <a:t>3,5 млн </a:t>
            </a: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11082437" y="7666079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11291987" y="6942179"/>
            <a:ext cx="35742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Москва, СПб, Новосибирск, Волгоград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14959484" y="7666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15169034" y="6942179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10–50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1066825" y="8570954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1276375" y="7847054"/>
            <a:ext cx="2575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СЕТЬ E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3974554" y="857095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4184104" y="7847054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2017 — н.в.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6236147" y="8570954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6445697" y="7847054"/>
            <a:ext cx="4572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1 000+ объектов · </a:t>
            </a:r>
            <a:r>
              <a:rPr lang="en-US" sz="1875" b="1" i="0" u="none" strike="noStrike" cap="none">
                <a:solidFill>
                  <a:srgbClr val="7E9E10"/>
                </a:solidFill>
                <a:latin typeface="Arial"/>
                <a:ea typeface="Arial"/>
                <a:cs typeface="Arial"/>
                <a:sym typeface="Arial"/>
              </a:rPr>
              <a:t>750 тыс. </a:t>
            </a: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11082437" y="8570954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11291987" y="7847054"/>
            <a:ext cx="35742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Москва, СПб, Екатеринбург, Казань и др.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14959484" y="857095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15169034" y="7847054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10–50</a:t>
            </a:r>
            <a:endParaRPr sz="18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1266825" y="9596438"/>
            <a:ext cx="15942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41A30"/>
                </a:solidFill>
                <a:latin typeface="Arial"/>
                <a:ea typeface="Arial"/>
                <a:cs typeface="Arial"/>
                <a:sym typeface="Arial"/>
              </a:rPr>
              <a:t>RM GROUP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1362075" y="876300"/>
            <a:ext cx="50874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3063775" y="635682"/>
            <a:ext cx="16638900" cy="18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4350"/>
              <a:buFont typeface="Arial"/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ДЕЙСТВУЮЩИЕ ПРОЕКТЫ ИНВЕНТАРИЗАЦИИ</a:t>
            </a:r>
            <a:endParaRPr sz="6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1066825" y="4237079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1276375" y="3527466"/>
            <a:ext cx="2575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</a:rPr>
              <a:t>ПРОЕКТ</a:t>
            </a:r>
            <a:endParaRPr sz="18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3974554" y="4237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4184104" y="3527466"/>
            <a:ext cx="1918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СРОК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6236147" y="4237079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6445697" y="3527466"/>
            <a:ext cx="45726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ОБЪЕКТЫ / ЕД. ПРОСЧЁТА В МЕСЯЦ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11082437" y="4237079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11291987" y="3527466"/>
            <a:ext cx="35742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ГОРОДА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14959484" y="4237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15169034" y="3527466"/>
            <a:ext cx="1918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1A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СЧЁТЧИКОВ В СМЕНУ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1066825" y="5161004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1276375" y="4418054"/>
            <a:ext cx="257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ФЕДЕРАЛЬНЫЙ РИТЕЙЛ A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3974554" y="51610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4184104" y="4418054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2018 — н.в.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6236147" y="5161004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6445697" y="4418054"/>
            <a:ext cx="4572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250+ магазинов · </a:t>
            </a: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1,9 млн </a:t>
            </a: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11082437" y="5161004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11291987" y="4418054"/>
            <a:ext cx="3574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Москва, Санкт-Петербург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14959484" y="51610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15169034" y="4418054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10–40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1066825" y="6084929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1276375" y="5341979"/>
            <a:ext cx="257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ФЕДЕРАЛЬНЫЙ РИТЕЙЛ B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3974554" y="608492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4184104" y="5341979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2018 — н.в.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6236147" y="6084929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6445697" y="5341979"/>
            <a:ext cx="4572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190+ магазинов · </a:t>
            </a: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млн </a:t>
            </a: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11082437" y="6084929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11291987" y="5341979"/>
            <a:ext cx="3574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Москва, СПб, Новосибирск, Екатеринбург и др.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14959484" y="608492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15169034" y="5341979"/>
            <a:ext cx="191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10–60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1066825" y="6761204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1276375" y="6265904"/>
            <a:ext cx="2575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СЕТЬ C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3974554" y="67612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4184104" y="6265904"/>
            <a:ext cx="1918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2020 — н.в.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6236147" y="6761204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6445697" y="6265904"/>
            <a:ext cx="4572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20+ магазинов · </a:t>
            </a: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2,5 млн </a:t>
            </a: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11082437" y="6761204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11291987" y="6265904"/>
            <a:ext cx="3574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Все города присутствия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14959484" y="676120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15169034" y="6265904"/>
            <a:ext cx="1918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 30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1066825" y="7666079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1276375" y="6942179"/>
            <a:ext cx="2575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СКЛАДЫ И РЦ D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3974554" y="7666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4184104" y="6942179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2020 — 2025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6236147" y="7666079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6445697" y="6942179"/>
            <a:ext cx="4572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 8 объектов · </a:t>
            </a: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3,5 млн </a:t>
            </a: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11082437" y="7666079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11291987" y="6942179"/>
            <a:ext cx="35742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Москва, СПб, Новосибирск, Волгоград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14959484" y="7666079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15169034" y="6942179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10–50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1066825" y="8570954"/>
            <a:ext cx="29076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1276375" y="7847054"/>
            <a:ext cx="2575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СЕТЬ E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3974554" y="857095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4184104" y="7847054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2017 — н.в.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6236147" y="8570954"/>
            <a:ext cx="48462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6445697" y="7847054"/>
            <a:ext cx="4572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1 000+ объектов · </a:t>
            </a: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750 тыс. </a:t>
            </a: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11082437" y="8570954"/>
            <a:ext cx="38769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11291987" y="7847054"/>
            <a:ext cx="35742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Москва, СПб, Екатеринбург, Казань и др.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14959484" y="8570954"/>
            <a:ext cx="2261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15169034" y="7847054"/>
            <a:ext cx="1918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10–50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1266825" y="9596438"/>
            <a:ext cx="15942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1066792" y="808390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99521" b="-4182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5"/>
          <p:cNvSpPr/>
          <p:nvPr/>
        </p:nvSpPr>
        <p:spPr>
          <a:xfrm>
            <a:off x="-6025551" y="9209740"/>
            <a:ext cx="10120313" cy="497205"/>
          </a:xfrm>
          <a:custGeom>
            <a:avLst/>
            <a:gdLst/>
            <a:ahLst/>
            <a:cxnLst/>
            <a:rect l="l" t="t" r="r" b="b"/>
            <a:pathLst>
              <a:path w="13493750" h="662940" extrusionOk="0">
                <a:moveTo>
                  <a:pt x="0" y="662940"/>
                </a:moveTo>
                <a:lnTo>
                  <a:pt x="165735" y="0"/>
                </a:lnTo>
                <a:lnTo>
                  <a:pt x="13493750" y="0"/>
                </a:lnTo>
                <a:lnTo>
                  <a:pt x="13328014" y="662940"/>
                </a:lnTo>
                <a:close/>
              </a:path>
            </a:pathLst>
          </a:custGeom>
          <a:solidFill>
            <a:srgbClr val="C0CF1F"/>
          </a:solidFill>
          <a:ln>
            <a:noFill/>
          </a:ln>
        </p:spPr>
      </p:sp>
      <p:sp>
        <p:nvSpPr>
          <p:cNvPr id="493" name="Google Shape;493;p25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494" name="Google Shape;494;p25"/>
          <p:cNvSpPr txBox="1"/>
          <p:nvPr/>
        </p:nvSpPr>
        <p:spPr>
          <a:xfrm>
            <a:off x="2588225" y="624625"/>
            <a:ext cx="15367800" cy="20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4350"/>
              <a:buFont typeface="Arial"/>
              <a:buNone/>
            </a:pPr>
            <a:r>
              <a:rPr lang="en-US" sz="6600" b="1">
                <a:solidFill>
                  <a:schemeClr val="lt1"/>
                </a:solidFill>
              </a:rPr>
              <a:t>СОБСТВЕННЫЕ IT-РЕШЕНИЯ ДЛЯ ЭФФЕКТИВНОГО СЕРВИСА</a:t>
            </a:r>
            <a:endParaRPr sz="6600" b="1">
              <a:solidFill>
                <a:schemeClr val="lt1"/>
              </a:solidFill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1066800" y="3433316"/>
            <a:ext cx="52128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CRM-ПЛАТФОРМА ПОДБОРА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1066800" y="3810074"/>
            <a:ext cx="52128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Массовый подбор линейного персонала в едином окне.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6451550" y="3147566"/>
            <a:ext cx="9600" cy="15768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6784925" y="3433316"/>
            <a:ext cx="4869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SFA-ПЛАТФОРМЫ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6784925" y="3810074"/>
            <a:ext cx="48693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Автоматизация полевых сотрудников и маршрутизация.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11836375" y="3147566"/>
            <a:ext cx="9600" cy="15768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12169750" y="3433316"/>
            <a:ext cx="4869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 RECOGNITION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12169750" y="3810074"/>
            <a:ext cx="48693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Распознавание выкладки и контроль на полке.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1066800" y="4724474"/>
            <a:ext cx="5384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066800" y="5019749"/>
            <a:ext cx="52128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ИНТЕГРАЦИЯ С OSA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1066800" y="5396508"/>
            <a:ext cx="52128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Бизнес-решение для эффективной маршрутизации персонала.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6451550" y="4724474"/>
            <a:ext cx="5384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6451550" y="4724474"/>
            <a:ext cx="9600" cy="15864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6784925" y="5019749"/>
            <a:ext cx="4869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ЭЛЕКТРОННЫЙ ДОКУМЕНТООБОРОТ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6784925" y="5396508"/>
            <a:ext cx="48693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Мобильный ЭДО для физлиц: ТД, ГПД, самозанятые.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11836375" y="4724474"/>
            <a:ext cx="5384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11836375" y="4724474"/>
            <a:ext cx="9600" cy="15864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12169750" y="5019749"/>
            <a:ext cx="4869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ОФОРМЛЕНИЕ САМОЗАНЯТЫХ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12169750" y="5396508"/>
            <a:ext cx="48693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Подбор и оформление СМЗ через онлайн-платформу.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1066800" y="6310908"/>
            <a:ext cx="5384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1066800" y="6606183"/>
            <a:ext cx="52128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CROWDSOURCING ПОДРАБОТОК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1066800" y="6982941"/>
            <a:ext cx="52128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Платформа для быстрого закрытия пиковых смен.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6451550" y="6310908"/>
            <a:ext cx="5384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6451550" y="6310908"/>
            <a:ext cx="9600" cy="15864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6784925" y="6606183"/>
            <a:ext cx="4869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ОНЛАЙН-ОБУЧЕНИЕ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6784925" y="6982941"/>
            <a:ext cx="48693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Интерактивные тренинги и онбординг персонала.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11836375" y="6310908"/>
            <a:ext cx="5384700" cy="96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11836375" y="6310908"/>
            <a:ext cx="9600" cy="1586400"/>
          </a:xfrm>
          <a:prstGeom prst="rect">
            <a:avLst/>
          </a:prstGeom>
          <a:solidFill>
            <a:srgbClr val="241A30">
              <a:alpha val="1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12169750" y="6606183"/>
            <a:ext cx="48693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41A3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ЧАТ-БОТ ОБРАТНОЙ СВЯЗИ</a:t>
            </a:r>
            <a:endParaRPr sz="19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12169750" y="6982941"/>
            <a:ext cx="48693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586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Системный сбор массовой обратной связи сотрудников.</a:t>
            </a:r>
            <a:endParaRPr sz="18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752050" y="3512219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5"/>
          <p:cNvSpPr/>
          <p:nvPr/>
        </p:nvSpPr>
        <p:spPr>
          <a:xfrm>
            <a:off x="752050" y="5098644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5"/>
          <p:cNvSpPr/>
          <p:nvPr/>
        </p:nvSpPr>
        <p:spPr>
          <a:xfrm>
            <a:off x="808500" y="6685069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6384950" y="3512219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6384950" y="5098644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6451500" y="6685069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5"/>
          <p:cNvSpPr/>
          <p:nvPr/>
        </p:nvSpPr>
        <p:spPr>
          <a:xfrm>
            <a:off x="11807300" y="3512219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5"/>
          <p:cNvSpPr/>
          <p:nvPr/>
        </p:nvSpPr>
        <p:spPr>
          <a:xfrm>
            <a:off x="11807300" y="5098644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5"/>
          <p:cNvSpPr/>
          <p:nvPr/>
        </p:nvSpPr>
        <p:spPr>
          <a:xfrm>
            <a:off x="11873850" y="6685069"/>
            <a:ext cx="142800" cy="142800"/>
          </a:xfrm>
          <a:prstGeom prst="rect">
            <a:avLst/>
          </a:prstGeom>
          <a:solidFill>
            <a:srgbClr val="BCE0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6"/>
          <p:cNvSpPr/>
          <p:nvPr/>
        </p:nvSpPr>
        <p:spPr>
          <a:xfrm>
            <a:off x="1154600" y="2988707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2446780" y="2701431"/>
            <a:ext cx="45729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Получение заявки 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от заказчика</a:t>
            </a:r>
            <a:endParaRPr/>
          </a:p>
        </p:txBody>
      </p:sp>
      <p:sp>
        <p:nvSpPr>
          <p:cNvPr id="540" name="Google Shape;540;p26"/>
          <p:cNvSpPr txBox="1"/>
          <p:nvPr/>
        </p:nvSpPr>
        <p:spPr>
          <a:xfrm>
            <a:off x="8355640" y="2698411"/>
            <a:ext cx="15360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Аудит  объекта</a:t>
            </a:r>
            <a:endParaRPr/>
          </a:p>
        </p:txBody>
      </p:sp>
      <p:sp>
        <p:nvSpPr>
          <p:cNvPr id="541" name="Google Shape;541;p26"/>
          <p:cNvSpPr txBox="1"/>
          <p:nvPr/>
        </p:nvSpPr>
        <p:spPr>
          <a:xfrm>
            <a:off x="13479693" y="2706991"/>
            <a:ext cx="3461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Коммерческое предложение</a:t>
            </a:r>
            <a:endParaRPr/>
          </a:p>
        </p:txBody>
      </p:sp>
      <p:sp>
        <p:nvSpPr>
          <p:cNvPr id="542" name="Google Shape;542;p26"/>
          <p:cNvSpPr txBox="1"/>
          <p:nvPr/>
        </p:nvSpPr>
        <p:spPr>
          <a:xfrm>
            <a:off x="13344242" y="6750523"/>
            <a:ext cx="30225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Проведение взаиморасчетов</a:t>
            </a:r>
            <a:endParaRPr/>
          </a:p>
        </p:txBody>
      </p:sp>
      <p:sp>
        <p:nvSpPr>
          <p:cNvPr id="543" name="Google Shape;543;p26"/>
          <p:cNvSpPr txBox="1"/>
          <p:nvPr/>
        </p:nvSpPr>
        <p:spPr>
          <a:xfrm>
            <a:off x="1045666" y="3186071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1427570" y="4602212"/>
            <a:ext cx="462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Поиск и вывод исполнителей</a:t>
            </a:r>
            <a:endParaRPr/>
          </a:p>
        </p:txBody>
      </p:sp>
      <p:sp>
        <p:nvSpPr>
          <p:cNvPr id="545" name="Google Shape;545;p26"/>
          <p:cNvSpPr txBox="1"/>
          <p:nvPr/>
        </p:nvSpPr>
        <p:spPr>
          <a:xfrm>
            <a:off x="5079829" y="4614212"/>
            <a:ext cx="57810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Подписание договора </a:t>
            </a:r>
            <a:endParaRPr/>
          </a:p>
          <a:p>
            <a:pPr marL="0" marR="0" lvl="0" indent="0" algn="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об оказании услуг</a:t>
            </a:r>
            <a:endParaRPr/>
          </a:p>
        </p:txBody>
      </p:sp>
      <p:sp>
        <p:nvSpPr>
          <p:cNvPr id="546" name="Google Shape;546;p26"/>
          <p:cNvSpPr/>
          <p:nvPr/>
        </p:nvSpPr>
        <p:spPr>
          <a:xfrm>
            <a:off x="2307062" y="3919329"/>
            <a:ext cx="8963025" cy="4699635"/>
          </a:xfrm>
          <a:custGeom>
            <a:avLst/>
            <a:gdLst/>
            <a:ahLst/>
            <a:cxnLst/>
            <a:rect l="l" t="t" r="r" b="b"/>
            <a:pathLst>
              <a:path w="8963025" h="4699635" extrusionOk="0">
                <a:moveTo>
                  <a:pt x="0" y="0"/>
                </a:moveTo>
                <a:lnTo>
                  <a:pt x="8963024" y="0"/>
                </a:lnTo>
                <a:lnTo>
                  <a:pt x="8963024" y="4699635"/>
                </a:lnTo>
                <a:lnTo>
                  <a:pt x="0" y="4699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47" name="Google Shape;547;p26"/>
          <p:cNvSpPr/>
          <p:nvPr/>
        </p:nvSpPr>
        <p:spPr>
          <a:xfrm>
            <a:off x="6161852" y="3221560"/>
            <a:ext cx="636429" cy="636429"/>
          </a:xfrm>
          <a:custGeom>
            <a:avLst/>
            <a:gdLst/>
            <a:ahLst/>
            <a:cxnLst/>
            <a:rect l="l" t="t" r="r" b="b"/>
            <a:pathLst>
              <a:path w="636429" h="636429" extrusionOk="0">
                <a:moveTo>
                  <a:pt x="0" y="0"/>
                </a:moveTo>
                <a:lnTo>
                  <a:pt x="636429" y="0"/>
                </a:lnTo>
                <a:lnTo>
                  <a:pt x="636429" y="636429"/>
                </a:lnTo>
                <a:lnTo>
                  <a:pt x="0" y="636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48" name="Google Shape;548;p26"/>
          <p:cNvSpPr/>
          <p:nvPr/>
        </p:nvSpPr>
        <p:spPr>
          <a:xfrm>
            <a:off x="7066495" y="2996566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6"/>
          <p:cNvSpPr txBox="1"/>
          <p:nvPr/>
        </p:nvSpPr>
        <p:spPr>
          <a:xfrm>
            <a:off x="6957561" y="3193930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  <p:sp>
        <p:nvSpPr>
          <p:cNvPr id="550" name="Google Shape;550;p26"/>
          <p:cNvSpPr/>
          <p:nvPr/>
        </p:nvSpPr>
        <p:spPr>
          <a:xfrm>
            <a:off x="12042617" y="3004424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6"/>
          <p:cNvSpPr txBox="1"/>
          <p:nvPr/>
        </p:nvSpPr>
        <p:spPr>
          <a:xfrm>
            <a:off x="11933684" y="3201788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  <a:endParaRPr/>
          </a:p>
        </p:txBody>
      </p:sp>
      <p:sp>
        <p:nvSpPr>
          <p:cNvPr id="552" name="Google Shape;552;p26"/>
          <p:cNvSpPr/>
          <p:nvPr/>
        </p:nvSpPr>
        <p:spPr>
          <a:xfrm>
            <a:off x="1414983" y="6305856"/>
            <a:ext cx="636442" cy="636442"/>
          </a:xfrm>
          <a:custGeom>
            <a:avLst/>
            <a:gdLst/>
            <a:ahLst/>
            <a:cxnLst/>
            <a:rect l="l" t="t" r="r" b="b"/>
            <a:pathLst>
              <a:path w="636442" h="636442" extrusionOk="0">
                <a:moveTo>
                  <a:pt x="0" y="0"/>
                </a:moveTo>
                <a:lnTo>
                  <a:pt x="636442" y="0"/>
                </a:lnTo>
                <a:lnTo>
                  <a:pt x="636442" y="636442"/>
                </a:lnTo>
                <a:lnTo>
                  <a:pt x="0" y="636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3" name="Google Shape;553;p26"/>
          <p:cNvSpPr/>
          <p:nvPr/>
        </p:nvSpPr>
        <p:spPr>
          <a:xfrm>
            <a:off x="5081866" y="4943437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6"/>
          <p:cNvSpPr txBox="1"/>
          <p:nvPr/>
        </p:nvSpPr>
        <p:spPr>
          <a:xfrm>
            <a:off x="4972932" y="5140801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  <a:endParaRPr/>
          </a:p>
        </p:txBody>
      </p:sp>
      <p:sp>
        <p:nvSpPr>
          <p:cNvPr id="555" name="Google Shape;555;p26"/>
          <p:cNvSpPr/>
          <p:nvPr/>
        </p:nvSpPr>
        <p:spPr>
          <a:xfrm>
            <a:off x="12413840" y="5170556"/>
            <a:ext cx="635521" cy="635521"/>
          </a:xfrm>
          <a:custGeom>
            <a:avLst/>
            <a:gdLst/>
            <a:ahLst/>
            <a:cxnLst/>
            <a:rect l="l" t="t" r="r" b="b"/>
            <a:pathLst>
              <a:path w="635521" h="635521" extrusionOk="0">
                <a:moveTo>
                  <a:pt x="0" y="0"/>
                </a:moveTo>
                <a:lnTo>
                  <a:pt x="635521" y="0"/>
                </a:lnTo>
                <a:lnTo>
                  <a:pt x="635521" y="635521"/>
                </a:lnTo>
                <a:lnTo>
                  <a:pt x="0" y="635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6" name="Google Shape;556;p26"/>
          <p:cNvSpPr/>
          <p:nvPr/>
        </p:nvSpPr>
        <p:spPr>
          <a:xfrm>
            <a:off x="10988219" y="4952654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"/>
          <p:cNvSpPr txBox="1"/>
          <p:nvPr/>
        </p:nvSpPr>
        <p:spPr>
          <a:xfrm>
            <a:off x="10879286" y="5150018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8363034" y="6712998"/>
            <a:ext cx="76632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Формирование 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 сверка табелей</a:t>
            </a:r>
            <a:endParaRPr/>
          </a:p>
        </p:txBody>
      </p:sp>
      <p:sp>
        <p:nvSpPr>
          <p:cNvPr id="559" name="Google Shape;559;p26"/>
          <p:cNvSpPr txBox="1"/>
          <p:nvPr/>
        </p:nvSpPr>
        <p:spPr>
          <a:xfrm>
            <a:off x="2446779" y="6479921"/>
            <a:ext cx="4541700" cy="12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Контроль качества выполнения работ и достижения нормативов</a:t>
            </a:r>
            <a:endParaRPr/>
          </a:p>
        </p:txBody>
      </p:sp>
      <p:sp>
        <p:nvSpPr>
          <p:cNvPr id="560" name="Google Shape;560;p26"/>
          <p:cNvSpPr/>
          <p:nvPr/>
        </p:nvSpPr>
        <p:spPr>
          <a:xfrm>
            <a:off x="1179581" y="7175920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6"/>
          <p:cNvSpPr txBox="1"/>
          <p:nvPr/>
        </p:nvSpPr>
        <p:spPr>
          <a:xfrm>
            <a:off x="1070648" y="7373284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>
            <a:off x="6980917" y="7170085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6"/>
          <p:cNvSpPr txBox="1"/>
          <p:nvPr/>
        </p:nvSpPr>
        <p:spPr>
          <a:xfrm>
            <a:off x="6871983" y="7367449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  <a:endParaRPr/>
          </a:p>
        </p:txBody>
      </p:sp>
      <p:sp>
        <p:nvSpPr>
          <p:cNvPr id="564" name="Google Shape;564;p26"/>
          <p:cNvSpPr/>
          <p:nvPr/>
        </p:nvSpPr>
        <p:spPr>
          <a:xfrm>
            <a:off x="12042617" y="7162637"/>
            <a:ext cx="1107281" cy="1107281"/>
          </a:xfrm>
          <a:custGeom>
            <a:avLst/>
            <a:gdLst/>
            <a:ahLst/>
            <a:cxnLst/>
            <a:rect l="l" t="t" r="r" b="b"/>
            <a:pathLst>
              <a:path w="1476375" h="1476375" extrusionOk="0">
                <a:moveTo>
                  <a:pt x="34544" y="514604"/>
                </a:moveTo>
                <a:cubicBezTo>
                  <a:pt x="44450" y="483489"/>
                  <a:pt x="56388" y="453263"/>
                  <a:pt x="70104" y="424053"/>
                </a:cubicBezTo>
                <a:lnTo>
                  <a:pt x="98806" y="437642"/>
                </a:lnTo>
                <a:cubicBezTo>
                  <a:pt x="85598" y="465582"/>
                  <a:pt x="74295" y="494538"/>
                  <a:pt x="64770" y="524383"/>
                </a:cubicBezTo>
                <a:close/>
                <a:moveTo>
                  <a:pt x="165608" y="321818"/>
                </a:moveTo>
                <a:cubicBezTo>
                  <a:pt x="184404" y="295275"/>
                  <a:pt x="204851" y="270129"/>
                  <a:pt x="226949" y="246253"/>
                </a:cubicBezTo>
                <a:lnTo>
                  <a:pt x="250190" y="267843"/>
                </a:lnTo>
                <a:cubicBezTo>
                  <a:pt x="229108" y="290576"/>
                  <a:pt x="209550" y="314706"/>
                  <a:pt x="191516" y="340106"/>
                </a:cubicBezTo>
                <a:close/>
                <a:moveTo>
                  <a:pt x="348869" y="177546"/>
                </a:moveTo>
                <a:cubicBezTo>
                  <a:pt x="374650" y="157988"/>
                  <a:pt x="401828" y="140081"/>
                  <a:pt x="430022" y="123952"/>
                </a:cubicBezTo>
                <a:lnTo>
                  <a:pt x="445770" y="151511"/>
                </a:lnTo>
                <a:cubicBezTo>
                  <a:pt x="418719" y="166878"/>
                  <a:pt x="392684" y="184023"/>
                  <a:pt x="368046" y="202692"/>
                </a:cubicBezTo>
                <a:close/>
                <a:moveTo>
                  <a:pt x="491744" y="42164"/>
                </a:moveTo>
                <a:cubicBezTo>
                  <a:pt x="522097" y="31369"/>
                  <a:pt x="553466" y="22606"/>
                  <a:pt x="585470" y="15875"/>
                </a:cubicBezTo>
                <a:lnTo>
                  <a:pt x="591947" y="46990"/>
                </a:lnTo>
                <a:cubicBezTo>
                  <a:pt x="561340" y="53467"/>
                  <a:pt x="531368" y="61849"/>
                  <a:pt x="502285" y="72136"/>
                </a:cubicBezTo>
                <a:close/>
                <a:moveTo>
                  <a:pt x="713994" y="381"/>
                </a:moveTo>
                <a:cubicBezTo>
                  <a:pt x="721995" y="127"/>
                  <a:pt x="730123" y="0"/>
                  <a:pt x="738124" y="0"/>
                </a:cubicBezTo>
                <a:lnTo>
                  <a:pt x="738124" y="15875"/>
                </a:lnTo>
                <a:lnTo>
                  <a:pt x="738124" y="0"/>
                </a:lnTo>
                <a:cubicBezTo>
                  <a:pt x="762889" y="0"/>
                  <a:pt x="787273" y="1270"/>
                  <a:pt x="811403" y="3556"/>
                </a:cubicBezTo>
                <a:lnTo>
                  <a:pt x="808228" y="35179"/>
                </a:lnTo>
                <a:cubicBezTo>
                  <a:pt x="785114" y="32893"/>
                  <a:pt x="761746" y="31750"/>
                  <a:pt x="738124" y="31750"/>
                </a:cubicBezTo>
                <a:lnTo>
                  <a:pt x="738124" y="15875"/>
                </a:lnTo>
                <a:lnTo>
                  <a:pt x="738124" y="31750"/>
                </a:lnTo>
                <a:cubicBezTo>
                  <a:pt x="730377" y="31750"/>
                  <a:pt x="722630" y="31877"/>
                  <a:pt x="715010" y="32131"/>
                </a:cubicBezTo>
                <a:close/>
                <a:moveTo>
                  <a:pt x="939800" y="59309"/>
                </a:moveTo>
                <a:cubicBezTo>
                  <a:pt x="971296" y="68199"/>
                  <a:pt x="1001776" y="79121"/>
                  <a:pt x="1031367" y="91821"/>
                </a:cubicBezTo>
                <a:lnTo>
                  <a:pt x="1018794" y="121031"/>
                </a:lnTo>
                <a:cubicBezTo>
                  <a:pt x="990473" y="108839"/>
                  <a:pt x="961263" y="98425"/>
                  <a:pt x="931164" y="89916"/>
                </a:cubicBezTo>
                <a:close/>
                <a:moveTo>
                  <a:pt x="1144524" y="121793"/>
                </a:moveTo>
                <a:cubicBezTo>
                  <a:pt x="1171702" y="139700"/>
                  <a:pt x="1197483" y="159385"/>
                  <a:pt x="1221994" y="180594"/>
                </a:cubicBezTo>
                <a:lnTo>
                  <a:pt x="1201166" y="204597"/>
                </a:lnTo>
                <a:cubicBezTo>
                  <a:pt x="1177798" y="184277"/>
                  <a:pt x="1153033" y="165481"/>
                  <a:pt x="1126998" y="148336"/>
                </a:cubicBezTo>
                <a:close/>
                <a:moveTo>
                  <a:pt x="1294511" y="300355"/>
                </a:moveTo>
                <a:cubicBezTo>
                  <a:pt x="1314831" y="325501"/>
                  <a:pt x="1333627" y="352044"/>
                  <a:pt x="1350645" y="379730"/>
                </a:cubicBezTo>
                <a:lnTo>
                  <a:pt x="1323594" y="396367"/>
                </a:lnTo>
                <a:cubicBezTo>
                  <a:pt x="1307338" y="369824"/>
                  <a:pt x="1289431" y="344424"/>
                  <a:pt x="1269873" y="320421"/>
                </a:cubicBezTo>
                <a:close/>
                <a:moveTo>
                  <a:pt x="1383665" y="515874"/>
                </a:moveTo>
                <a:cubicBezTo>
                  <a:pt x="1395349" y="545846"/>
                  <a:pt x="1405255" y="576834"/>
                  <a:pt x="1413002" y="608584"/>
                </a:cubicBezTo>
                <a:lnTo>
                  <a:pt x="1382141" y="616077"/>
                </a:lnTo>
                <a:cubicBezTo>
                  <a:pt x="1374648" y="585724"/>
                  <a:pt x="1365250" y="556133"/>
                  <a:pt x="1354074" y="527431"/>
                </a:cubicBezTo>
                <a:close/>
                <a:moveTo>
                  <a:pt x="1403096" y="748157"/>
                </a:moveTo>
                <a:cubicBezTo>
                  <a:pt x="1404112" y="764032"/>
                  <a:pt x="1404620" y="780161"/>
                  <a:pt x="1404620" y="796290"/>
                </a:cubicBezTo>
                <a:lnTo>
                  <a:pt x="1460500" y="796290"/>
                </a:lnTo>
                <a:lnTo>
                  <a:pt x="1476375" y="796290"/>
                </a:lnTo>
                <a:cubicBezTo>
                  <a:pt x="1476375" y="812927"/>
                  <a:pt x="1475867" y="829437"/>
                  <a:pt x="1474724" y="845820"/>
                </a:cubicBezTo>
                <a:lnTo>
                  <a:pt x="1443101" y="843661"/>
                </a:lnTo>
                <a:cubicBezTo>
                  <a:pt x="1444117" y="828040"/>
                  <a:pt x="1444625" y="812165"/>
                  <a:pt x="1444625" y="796290"/>
                </a:cubicBezTo>
                <a:cubicBezTo>
                  <a:pt x="1444625" y="780796"/>
                  <a:pt x="1444117" y="765429"/>
                  <a:pt x="1443101" y="750189"/>
                </a:cubicBezTo>
                <a:close/>
                <a:moveTo>
                  <a:pt x="1454785" y="915670"/>
                </a:moveTo>
                <a:cubicBezTo>
                  <a:pt x="1446911" y="947420"/>
                  <a:pt x="1437005" y="978281"/>
                  <a:pt x="1425321" y="1008380"/>
                </a:cubicBezTo>
                <a:lnTo>
                  <a:pt x="1395730" y="996696"/>
                </a:lnTo>
                <a:cubicBezTo>
                  <a:pt x="1407033" y="967994"/>
                  <a:pt x="1416431" y="938403"/>
                  <a:pt x="1423924" y="908050"/>
                </a:cubicBezTo>
                <a:close/>
                <a:moveTo>
                  <a:pt x="1336548" y="1116711"/>
                </a:moveTo>
                <a:cubicBezTo>
                  <a:pt x="1319530" y="1144397"/>
                  <a:pt x="1300734" y="1170940"/>
                  <a:pt x="1280287" y="1195959"/>
                </a:cubicBezTo>
                <a:lnTo>
                  <a:pt x="1255649" y="1175893"/>
                </a:lnTo>
                <a:cubicBezTo>
                  <a:pt x="1275207" y="1151890"/>
                  <a:pt x="1293241" y="1126490"/>
                  <a:pt x="1309497" y="1099947"/>
                </a:cubicBezTo>
                <a:close/>
                <a:moveTo>
                  <a:pt x="1220978" y="1296543"/>
                </a:moveTo>
                <a:cubicBezTo>
                  <a:pt x="1196467" y="1317752"/>
                  <a:pt x="1170559" y="1337310"/>
                  <a:pt x="1143381" y="1355217"/>
                </a:cubicBezTo>
                <a:lnTo>
                  <a:pt x="1125982" y="1328674"/>
                </a:lnTo>
                <a:cubicBezTo>
                  <a:pt x="1152017" y="1311529"/>
                  <a:pt x="1176782" y="1292860"/>
                  <a:pt x="1200277" y="1272540"/>
                </a:cubicBezTo>
                <a:close/>
                <a:moveTo>
                  <a:pt x="1008634" y="1392682"/>
                </a:moveTo>
                <a:cubicBezTo>
                  <a:pt x="979043" y="1405382"/>
                  <a:pt x="948436" y="1416177"/>
                  <a:pt x="916940" y="1425067"/>
                </a:cubicBezTo>
                <a:lnTo>
                  <a:pt x="908431" y="1394460"/>
                </a:lnTo>
                <a:cubicBezTo>
                  <a:pt x="938530" y="1386078"/>
                  <a:pt x="967740" y="1375664"/>
                  <a:pt x="996061" y="1363472"/>
                </a:cubicBezTo>
                <a:close/>
                <a:moveTo>
                  <a:pt x="776859" y="1419606"/>
                </a:moveTo>
                <a:cubicBezTo>
                  <a:pt x="753237" y="1421892"/>
                  <a:pt x="729234" y="1423035"/>
                  <a:pt x="704977" y="1423035"/>
                </a:cubicBezTo>
                <a:lnTo>
                  <a:pt x="704977" y="1460500"/>
                </a:lnTo>
                <a:lnTo>
                  <a:pt x="704977" y="1476375"/>
                </a:lnTo>
                <a:cubicBezTo>
                  <a:pt x="696468" y="1476375"/>
                  <a:pt x="687959" y="1476248"/>
                  <a:pt x="679450" y="1475994"/>
                </a:cubicBezTo>
                <a:lnTo>
                  <a:pt x="680466" y="1444244"/>
                </a:lnTo>
                <a:cubicBezTo>
                  <a:pt x="688594" y="1444498"/>
                  <a:pt x="696722" y="1444625"/>
                  <a:pt x="704850" y="1444625"/>
                </a:cubicBezTo>
                <a:cubicBezTo>
                  <a:pt x="728091" y="1444625"/>
                  <a:pt x="751078" y="1443482"/>
                  <a:pt x="773684" y="1441323"/>
                </a:cubicBezTo>
                <a:close/>
                <a:moveTo>
                  <a:pt x="547751" y="1428623"/>
                </a:moveTo>
                <a:cubicBezTo>
                  <a:pt x="515747" y="1421765"/>
                  <a:pt x="484505" y="1413002"/>
                  <a:pt x="454025" y="1402080"/>
                </a:cubicBezTo>
                <a:lnTo>
                  <a:pt x="464693" y="1372108"/>
                </a:lnTo>
                <a:cubicBezTo>
                  <a:pt x="493776" y="1382395"/>
                  <a:pt x="523621" y="1390904"/>
                  <a:pt x="554355" y="1397508"/>
                </a:cubicBezTo>
                <a:close/>
                <a:moveTo>
                  <a:pt x="342900" y="1316990"/>
                </a:moveTo>
                <a:cubicBezTo>
                  <a:pt x="314579" y="1300861"/>
                  <a:pt x="287528" y="1282954"/>
                  <a:pt x="261747" y="1263269"/>
                </a:cubicBezTo>
                <a:lnTo>
                  <a:pt x="280924" y="1237996"/>
                </a:lnTo>
                <a:cubicBezTo>
                  <a:pt x="305562" y="1256792"/>
                  <a:pt x="331470" y="1273937"/>
                  <a:pt x="358521" y="1289431"/>
                </a:cubicBezTo>
                <a:close/>
                <a:moveTo>
                  <a:pt x="195707" y="1238758"/>
                </a:moveTo>
                <a:cubicBezTo>
                  <a:pt x="173736" y="1215009"/>
                  <a:pt x="153289" y="1189736"/>
                  <a:pt x="134493" y="1163193"/>
                </a:cubicBezTo>
                <a:lnTo>
                  <a:pt x="160401" y="1144905"/>
                </a:lnTo>
                <a:cubicBezTo>
                  <a:pt x="178308" y="1170305"/>
                  <a:pt x="197866" y="1194435"/>
                  <a:pt x="218948" y="1217295"/>
                </a:cubicBezTo>
                <a:close/>
                <a:moveTo>
                  <a:pt x="69469" y="1051179"/>
                </a:moveTo>
                <a:cubicBezTo>
                  <a:pt x="55753" y="1021969"/>
                  <a:pt x="43942" y="991616"/>
                  <a:pt x="34036" y="960501"/>
                </a:cubicBezTo>
                <a:lnTo>
                  <a:pt x="64262" y="950976"/>
                </a:lnTo>
                <a:cubicBezTo>
                  <a:pt x="73660" y="980821"/>
                  <a:pt x="84963" y="1009777"/>
                  <a:pt x="98171" y="1037717"/>
                </a:cubicBezTo>
                <a:close/>
                <a:moveTo>
                  <a:pt x="6223" y="834009"/>
                </a:moveTo>
                <a:cubicBezTo>
                  <a:pt x="2159" y="802640"/>
                  <a:pt x="0" y="770636"/>
                  <a:pt x="0" y="738124"/>
                </a:cubicBezTo>
                <a:lnTo>
                  <a:pt x="15875" y="738124"/>
                </a:lnTo>
                <a:lnTo>
                  <a:pt x="31750" y="738124"/>
                </a:lnTo>
                <a:lnTo>
                  <a:pt x="15875" y="738124"/>
                </a:lnTo>
                <a:lnTo>
                  <a:pt x="0" y="738124"/>
                </a:lnTo>
                <a:cubicBezTo>
                  <a:pt x="0" y="705231"/>
                  <a:pt x="2159" y="672719"/>
                  <a:pt x="6350" y="640969"/>
                </a:cubicBezTo>
                <a:lnTo>
                  <a:pt x="37846" y="645160"/>
                </a:lnTo>
                <a:cubicBezTo>
                  <a:pt x="33782" y="675640"/>
                  <a:pt x="31750" y="706628"/>
                  <a:pt x="31750" y="738251"/>
                </a:cubicBezTo>
                <a:cubicBezTo>
                  <a:pt x="31750" y="747014"/>
                  <a:pt x="24638" y="754126"/>
                  <a:pt x="15875" y="754126"/>
                </a:cubicBezTo>
                <a:cubicBezTo>
                  <a:pt x="7112" y="754126"/>
                  <a:pt x="0" y="746887"/>
                  <a:pt x="0" y="738124"/>
                </a:cubicBezTo>
                <a:cubicBezTo>
                  <a:pt x="0" y="729361"/>
                  <a:pt x="7112" y="722249"/>
                  <a:pt x="15875" y="722249"/>
                </a:cubicBezTo>
                <a:cubicBezTo>
                  <a:pt x="24638" y="722249"/>
                  <a:pt x="31750" y="729361"/>
                  <a:pt x="31750" y="738124"/>
                </a:cubicBezTo>
                <a:cubicBezTo>
                  <a:pt x="31750" y="769239"/>
                  <a:pt x="33782" y="799846"/>
                  <a:pt x="37592" y="829818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11933684" y="7360002"/>
            <a:ext cx="132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C0CF1F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>
            <a:off x="-6025551" y="9209740"/>
            <a:ext cx="10120313" cy="497205"/>
          </a:xfrm>
          <a:custGeom>
            <a:avLst/>
            <a:gdLst/>
            <a:ahLst/>
            <a:cxnLst/>
            <a:rect l="l" t="t" r="r" b="b"/>
            <a:pathLst>
              <a:path w="13493750" h="662940" extrusionOk="0">
                <a:moveTo>
                  <a:pt x="0" y="662940"/>
                </a:moveTo>
                <a:lnTo>
                  <a:pt x="165735" y="0"/>
                </a:lnTo>
                <a:lnTo>
                  <a:pt x="13493750" y="0"/>
                </a:lnTo>
                <a:lnTo>
                  <a:pt x="13328014" y="662940"/>
                </a:lnTo>
                <a:close/>
              </a:path>
            </a:pathLst>
          </a:custGeom>
          <a:solidFill>
            <a:srgbClr val="C0CF1F"/>
          </a:solidFill>
          <a:ln>
            <a:noFill/>
          </a:ln>
        </p:spPr>
      </p:sp>
      <p:sp>
        <p:nvSpPr>
          <p:cNvPr id="567" name="Google Shape;567;p26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568" name="Google Shape;568;p26"/>
          <p:cNvSpPr txBox="1"/>
          <p:nvPr/>
        </p:nvSpPr>
        <p:spPr>
          <a:xfrm>
            <a:off x="2588235" y="624615"/>
            <a:ext cx="15699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РЕАЛИЗАЦИЯ ПРОЕКТА</a:t>
            </a:r>
            <a:endParaRPr/>
          </a:p>
        </p:txBody>
      </p:sp>
      <p:cxnSp>
        <p:nvCxnSpPr>
          <p:cNvPr id="569" name="Google Shape;569;p26"/>
          <p:cNvCxnSpPr/>
          <p:nvPr/>
        </p:nvCxnSpPr>
        <p:spPr>
          <a:xfrm>
            <a:off x="2358817" y="3529134"/>
            <a:ext cx="4198500" cy="960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0" name="Google Shape;570;p26"/>
          <p:cNvSpPr/>
          <p:nvPr/>
        </p:nvSpPr>
        <p:spPr>
          <a:xfrm>
            <a:off x="11131403" y="3233177"/>
            <a:ext cx="636429" cy="636429"/>
          </a:xfrm>
          <a:custGeom>
            <a:avLst/>
            <a:gdLst/>
            <a:ahLst/>
            <a:cxnLst/>
            <a:rect l="l" t="t" r="r" b="b"/>
            <a:pathLst>
              <a:path w="636429" h="636429" extrusionOk="0">
                <a:moveTo>
                  <a:pt x="0" y="0"/>
                </a:moveTo>
                <a:lnTo>
                  <a:pt x="636429" y="0"/>
                </a:lnTo>
                <a:lnTo>
                  <a:pt x="636429" y="636429"/>
                </a:lnTo>
                <a:lnTo>
                  <a:pt x="0" y="636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571" name="Google Shape;571;p26"/>
          <p:cNvCxnSpPr/>
          <p:nvPr/>
        </p:nvCxnSpPr>
        <p:spPr>
          <a:xfrm rot="24833">
            <a:off x="8180724" y="3536767"/>
            <a:ext cx="3280886" cy="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2" name="Google Shape;572;p26"/>
          <p:cNvCxnSpPr/>
          <p:nvPr/>
        </p:nvCxnSpPr>
        <p:spPr>
          <a:xfrm rot="6608647">
            <a:off x="11836079" y="4509697"/>
            <a:ext cx="2134254" cy="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3" name="Google Shape;573;p26"/>
          <p:cNvSpPr/>
          <p:nvPr/>
        </p:nvSpPr>
        <p:spPr>
          <a:xfrm>
            <a:off x="6386930" y="5173028"/>
            <a:ext cx="636429" cy="636429"/>
          </a:xfrm>
          <a:custGeom>
            <a:avLst/>
            <a:gdLst/>
            <a:ahLst/>
            <a:cxnLst/>
            <a:rect l="l" t="t" r="r" b="b"/>
            <a:pathLst>
              <a:path w="636429" h="636429" extrusionOk="0">
                <a:moveTo>
                  <a:pt x="0" y="0"/>
                </a:moveTo>
                <a:lnTo>
                  <a:pt x="636429" y="0"/>
                </a:lnTo>
                <a:lnTo>
                  <a:pt x="636429" y="636429"/>
                </a:lnTo>
                <a:lnTo>
                  <a:pt x="0" y="636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574" name="Google Shape;574;p26"/>
          <p:cNvCxnSpPr/>
          <p:nvPr/>
        </p:nvCxnSpPr>
        <p:spPr>
          <a:xfrm>
            <a:off x="6678523" y="5787399"/>
            <a:ext cx="4333500" cy="960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5" name="Google Shape;575;p26"/>
          <p:cNvCxnSpPr/>
          <p:nvPr/>
        </p:nvCxnSpPr>
        <p:spPr>
          <a:xfrm>
            <a:off x="1610561" y="6090783"/>
            <a:ext cx="3489300" cy="960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6" name="Google Shape;576;p26"/>
          <p:cNvSpPr/>
          <p:nvPr/>
        </p:nvSpPr>
        <p:spPr>
          <a:xfrm>
            <a:off x="6132353" y="7485949"/>
            <a:ext cx="636429" cy="636429"/>
          </a:xfrm>
          <a:custGeom>
            <a:avLst/>
            <a:gdLst/>
            <a:ahLst/>
            <a:cxnLst/>
            <a:rect l="l" t="t" r="r" b="b"/>
            <a:pathLst>
              <a:path w="636429" h="636429" extrusionOk="0">
                <a:moveTo>
                  <a:pt x="0" y="0"/>
                </a:moveTo>
                <a:lnTo>
                  <a:pt x="636429" y="0"/>
                </a:lnTo>
                <a:lnTo>
                  <a:pt x="636429" y="636429"/>
                </a:lnTo>
                <a:lnTo>
                  <a:pt x="0" y="636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577" name="Google Shape;577;p26"/>
          <p:cNvCxnSpPr/>
          <p:nvPr/>
        </p:nvCxnSpPr>
        <p:spPr>
          <a:xfrm rot="26039">
            <a:off x="2329318" y="7793589"/>
            <a:ext cx="4198320" cy="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8" name="Google Shape;578;p26"/>
          <p:cNvSpPr/>
          <p:nvPr/>
        </p:nvSpPr>
        <p:spPr>
          <a:xfrm>
            <a:off x="11229137" y="7451395"/>
            <a:ext cx="636429" cy="636429"/>
          </a:xfrm>
          <a:custGeom>
            <a:avLst/>
            <a:gdLst/>
            <a:ahLst/>
            <a:cxnLst/>
            <a:rect l="l" t="t" r="r" b="b"/>
            <a:pathLst>
              <a:path w="636429" h="636429" extrusionOk="0">
                <a:moveTo>
                  <a:pt x="0" y="0"/>
                </a:moveTo>
                <a:lnTo>
                  <a:pt x="636429" y="0"/>
                </a:lnTo>
                <a:lnTo>
                  <a:pt x="636429" y="636429"/>
                </a:lnTo>
                <a:lnTo>
                  <a:pt x="0" y="636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579" name="Google Shape;579;p26"/>
          <p:cNvCxnSpPr/>
          <p:nvPr/>
        </p:nvCxnSpPr>
        <p:spPr>
          <a:xfrm rot="23080">
            <a:off x="8112556" y="7754984"/>
            <a:ext cx="3530180" cy="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0" name="Google Shape;580;p26"/>
          <p:cNvCxnSpPr/>
          <p:nvPr/>
        </p:nvCxnSpPr>
        <p:spPr>
          <a:xfrm>
            <a:off x="13141863" y="7747937"/>
            <a:ext cx="2728800" cy="960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1" name="Google Shape;581;p26"/>
          <p:cNvSpPr/>
          <p:nvPr/>
        </p:nvSpPr>
        <p:spPr>
          <a:xfrm>
            <a:off x="15846730" y="7536171"/>
            <a:ext cx="412909" cy="416147"/>
          </a:xfrm>
          <a:custGeom>
            <a:avLst/>
            <a:gdLst/>
            <a:ahLst/>
            <a:cxnLst/>
            <a:rect l="l" t="t" r="r" b="b"/>
            <a:pathLst>
              <a:path w="550545" h="554863" extrusionOk="0">
                <a:moveTo>
                  <a:pt x="93472" y="69215"/>
                </a:moveTo>
                <a:cubicBezTo>
                  <a:pt x="118364" y="46990"/>
                  <a:pt x="147320" y="29083"/>
                  <a:pt x="179070" y="16891"/>
                </a:cubicBezTo>
                <a:lnTo>
                  <a:pt x="190500" y="46482"/>
                </a:lnTo>
                <a:cubicBezTo>
                  <a:pt x="162306" y="57277"/>
                  <a:pt x="136652" y="73152"/>
                  <a:pt x="114554" y="92964"/>
                </a:cubicBezTo>
                <a:close/>
                <a:moveTo>
                  <a:pt x="311404" y="0"/>
                </a:moveTo>
                <a:cubicBezTo>
                  <a:pt x="345694" y="3937"/>
                  <a:pt x="378206" y="13970"/>
                  <a:pt x="407543" y="29083"/>
                </a:cubicBezTo>
                <a:lnTo>
                  <a:pt x="393065" y="57277"/>
                </a:lnTo>
                <a:cubicBezTo>
                  <a:pt x="367030" y="43942"/>
                  <a:pt x="338328" y="34925"/>
                  <a:pt x="307848" y="31496"/>
                </a:cubicBezTo>
                <a:close/>
                <a:moveTo>
                  <a:pt x="508254" y="116586"/>
                </a:moveTo>
                <a:cubicBezTo>
                  <a:pt x="527431" y="143764"/>
                  <a:pt x="542036" y="174498"/>
                  <a:pt x="550545" y="207645"/>
                </a:cubicBezTo>
                <a:lnTo>
                  <a:pt x="519811" y="215646"/>
                </a:lnTo>
                <a:cubicBezTo>
                  <a:pt x="512191" y="186309"/>
                  <a:pt x="499364" y="159004"/>
                  <a:pt x="482346" y="135001"/>
                </a:cubicBezTo>
                <a:close/>
                <a:moveTo>
                  <a:pt x="526415" y="359410"/>
                </a:moveTo>
                <a:cubicBezTo>
                  <a:pt x="518668" y="392811"/>
                  <a:pt x="505079" y="423926"/>
                  <a:pt x="486537" y="451612"/>
                </a:cubicBezTo>
                <a:lnTo>
                  <a:pt x="460121" y="433959"/>
                </a:lnTo>
                <a:cubicBezTo>
                  <a:pt x="476504" y="409448"/>
                  <a:pt x="488569" y="381889"/>
                  <a:pt x="495427" y="352298"/>
                </a:cubicBezTo>
                <a:close/>
                <a:moveTo>
                  <a:pt x="414274" y="523240"/>
                </a:moveTo>
                <a:cubicBezTo>
                  <a:pt x="385318" y="539115"/>
                  <a:pt x="353060" y="550164"/>
                  <a:pt x="319024" y="554863"/>
                </a:cubicBezTo>
                <a:lnTo>
                  <a:pt x="314579" y="523367"/>
                </a:lnTo>
                <a:cubicBezTo>
                  <a:pt x="344805" y="519176"/>
                  <a:pt x="373253" y="509397"/>
                  <a:pt x="399034" y="495300"/>
                </a:cubicBezTo>
                <a:close/>
                <a:moveTo>
                  <a:pt x="186182" y="541655"/>
                </a:moveTo>
                <a:cubicBezTo>
                  <a:pt x="154051" y="530225"/>
                  <a:pt x="124587" y="513207"/>
                  <a:pt x="99187" y="491617"/>
                </a:cubicBezTo>
                <a:lnTo>
                  <a:pt x="119634" y="467360"/>
                </a:lnTo>
                <a:cubicBezTo>
                  <a:pt x="142240" y="486537"/>
                  <a:pt x="168275" y="501650"/>
                  <a:pt x="196723" y="511683"/>
                </a:cubicBezTo>
                <a:close/>
                <a:moveTo>
                  <a:pt x="20701" y="383794"/>
                </a:moveTo>
                <a:cubicBezTo>
                  <a:pt x="8255" y="353314"/>
                  <a:pt x="1016" y="320167"/>
                  <a:pt x="127" y="285496"/>
                </a:cubicBezTo>
                <a:lnTo>
                  <a:pt x="31877" y="284607"/>
                </a:lnTo>
                <a:cubicBezTo>
                  <a:pt x="32639" y="315341"/>
                  <a:pt x="39116" y="344678"/>
                  <a:pt x="50165" y="371729"/>
                </a:cubicBezTo>
                <a:close/>
                <a:moveTo>
                  <a:pt x="0" y="278003"/>
                </a:moveTo>
                <a:cubicBezTo>
                  <a:pt x="0" y="243205"/>
                  <a:pt x="6350" y="209931"/>
                  <a:pt x="17907" y="179197"/>
                </a:cubicBezTo>
                <a:lnTo>
                  <a:pt x="47625" y="190373"/>
                </a:lnTo>
                <a:cubicBezTo>
                  <a:pt x="37338" y="217551"/>
                  <a:pt x="31750" y="247142"/>
                  <a:pt x="31750" y="278003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6"/>
          <p:cNvSpPr/>
          <p:nvPr/>
        </p:nvSpPr>
        <p:spPr>
          <a:xfrm>
            <a:off x="4024194" y="9209740"/>
            <a:ext cx="219361" cy="497205"/>
          </a:xfrm>
          <a:custGeom>
            <a:avLst/>
            <a:gdLst/>
            <a:ahLst/>
            <a:cxnLst/>
            <a:rect l="l" t="t" r="r" b="b"/>
            <a:pathLst>
              <a:path w="292481" h="662940" extrusionOk="0">
                <a:moveTo>
                  <a:pt x="0" y="662940"/>
                </a:moveTo>
                <a:lnTo>
                  <a:pt x="166243" y="0"/>
                </a:lnTo>
                <a:lnTo>
                  <a:pt x="292481" y="0"/>
                </a:lnTo>
                <a:lnTo>
                  <a:pt x="126238" y="662940"/>
                </a:lnTo>
                <a:close/>
              </a:path>
            </a:pathLst>
          </a:custGeom>
          <a:solidFill>
            <a:srgbClr val="C0CF1F"/>
          </a:solidFill>
          <a:ln>
            <a:noFill/>
          </a:ln>
        </p:spPr>
      </p:sp>
      <p:sp>
        <p:nvSpPr>
          <p:cNvPr id="583" name="Google Shape;583;p26"/>
          <p:cNvSpPr/>
          <p:nvPr/>
        </p:nvSpPr>
        <p:spPr>
          <a:xfrm>
            <a:off x="4170285" y="9209740"/>
            <a:ext cx="219361" cy="497205"/>
          </a:xfrm>
          <a:custGeom>
            <a:avLst/>
            <a:gdLst/>
            <a:ahLst/>
            <a:cxnLst/>
            <a:rect l="l" t="t" r="r" b="b"/>
            <a:pathLst>
              <a:path w="292481" h="662940" extrusionOk="0">
                <a:moveTo>
                  <a:pt x="0" y="662940"/>
                </a:moveTo>
                <a:lnTo>
                  <a:pt x="166243" y="0"/>
                </a:lnTo>
                <a:lnTo>
                  <a:pt x="292481" y="0"/>
                </a:lnTo>
                <a:lnTo>
                  <a:pt x="126238" y="662940"/>
                </a:lnTo>
                <a:close/>
              </a:path>
            </a:pathLst>
          </a:custGeom>
          <a:solidFill>
            <a:srgbClr val="C0CF1F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"/>
          <p:cNvSpPr/>
          <p:nvPr/>
        </p:nvSpPr>
        <p:spPr>
          <a:xfrm>
            <a:off x="13982124" y="6958528"/>
            <a:ext cx="6331189" cy="2228544"/>
          </a:xfrm>
          <a:custGeom>
            <a:avLst/>
            <a:gdLst/>
            <a:ahLst/>
            <a:cxnLst/>
            <a:rect l="l" t="t" r="r" b="b"/>
            <a:pathLst>
              <a:path w="6331189" h="2228544" extrusionOk="0">
                <a:moveTo>
                  <a:pt x="0" y="0"/>
                </a:moveTo>
                <a:lnTo>
                  <a:pt x="6331188" y="0"/>
                </a:lnTo>
                <a:lnTo>
                  <a:pt x="6331188" y="2228544"/>
                </a:lnTo>
                <a:lnTo>
                  <a:pt x="0" y="2228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9" name="Google Shape;589;p27"/>
          <p:cNvSpPr txBox="1"/>
          <p:nvPr/>
        </p:nvSpPr>
        <p:spPr>
          <a:xfrm>
            <a:off x="14695210" y="7268029"/>
            <a:ext cx="4280805" cy="1662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Каждый регион рассматривается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как отдельный проект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 персональной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проектной группой</a:t>
            </a:r>
            <a:endParaRPr/>
          </a:p>
        </p:txBody>
      </p:sp>
      <p:sp>
        <p:nvSpPr>
          <p:cNvPr id="590" name="Google Shape;590;p27"/>
          <p:cNvSpPr txBox="1"/>
          <p:nvPr/>
        </p:nvSpPr>
        <p:spPr>
          <a:xfrm>
            <a:off x="15261858" y="5425917"/>
            <a:ext cx="2737069" cy="101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Круглосуточное сопровождение проекта</a:t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 rot="10800000">
            <a:off x="1071154" y="2825108"/>
            <a:ext cx="3204973" cy="558164"/>
          </a:xfrm>
          <a:custGeom>
            <a:avLst/>
            <a:gdLst/>
            <a:ahLst/>
            <a:cxnLst/>
            <a:rect l="l" t="t" r="r" b="b"/>
            <a:pathLst>
              <a:path w="4273296" h="744220" extrusionOk="0">
                <a:moveTo>
                  <a:pt x="0" y="372110"/>
                </a:moveTo>
                <a:cubicBezTo>
                  <a:pt x="0" y="166624"/>
                  <a:pt x="166624" y="0"/>
                  <a:pt x="372110" y="0"/>
                </a:cubicBezTo>
                <a:lnTo>
                  <a:pt x="3901186" y="0"/>
                </a:lnTo>
                <a:cubicBezTo>
                  <a:pt x="4106672" y="0"/>
                  <a:pt x="4273296" y="166624"/>
                  <a:pt x="4273296" y="372110"/>
                </a:cubicBezTo>
                <a:cubicBezTo>
                  <a:pt x="4273296" y="577596"/>
                  <a:pt x="4106672" y="744220"/>
                  <a:pt x="3901186" y="744220"/>
                </a:cubicBezTo>
                <a:lnTo>
                  <a:pt x="372110" y="744220"/>
                </a:lnTo>
                <a:cubicBezTo>
                  <a:pt x="166624" y="744220"/>
                  <a:pt x="0" y="577596"/>
                  <a:pt x="0" y="372110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 txBox="1"/>
          <p:nvPr/>
        </p:nvSpPr>
        <p:spPr>
          <a:xfrm>
            <a:off x="1081737" y="2967442"/>
            <a:ext cx="3170754" cy="27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МЕНЕДЖЕР ПРОЕКТА</a:t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1534568" y="3671036"/>
            <a:ext cx="4410822" cy="97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Взаимодействие с менеджментом заказчика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Сверка оказанных услуг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Организация процесса работы проектной группы</a:t>
            </a:r>
            <a:endParaRPr/>
          </a:p>
        </p:txBody>
      </p:sp>
      <p:sp>
        <p:nvSpPr>
          <p:cNvPr id="594" name="Google Shape;594;p27"/>
          <p:cNvSpPr txBox="1"/>
          <p:nvPr/>
        </p:nvSpPr>
        <p:spPr>
          <a:xfrm>
            <a:off x="1539409" y="5976730"/>
            <a:ext cx="4662684" cy="97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Организация и контроль работы на объектах заказчика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Проведение инструктажа на объектах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Координация линейного персонала</a:t>
            </a:r>
            <a:endParaRPr/>
          </a:p>
        </p:txBody>
      </p:sp>
      <p:sp>
        <p:nvSpPr>
          <p:cNvPr id="595" name="Google Shape;595;p27"/>
          <p:cNvSpPr txBox="1"/>
          <p:nvPr/>
        </p:nvSpPr>
        <p:spPr>
          <a:xfrm>
            <a:off x="1530534" y="8145192"/>
            <a:ext cx="4971934" cy="739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Своевременное и полноценное оказание услуг, согласно перечню должностных обязанностей, 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 соблюдением установленных стандартов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5203122" y="6753813"/>
            <a:ext cx="9036032" cy="4820865"/>
          </a:xfrm>
          <a:custGeom>
            <a:avLst/>
            <a:gdLst/>
            <a:ahLst/>
            <a:cxnLst/>
            <a:rect l="l" t="t" r="r" b="b"/>
            <a:pathLst>
              <a:path w="9036032" h="4820865" extrusionOk="0">
                <a:moveTo>
                  <a:pt x="0" y="0"/>
                </a:moveTo>
                <a:lnTo>
                  <a:pt x="9036032" y="0"/>
                </a:lnTo>
                <a:lnTo>
                  <a:pt x="9036032" y="4820865"/>
                </a:lnTo>
                <a:lnTo>
                  <a:pt x="0" y="4820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7" name="Google Shape;597;p27"/>
          <p:cNvSpPr txBox="1"/>
          <p:nvPr/>
        </p:nvSpPr>
        <p:spPr>
          <a:xfrm>
            <a:off x="7478762" y="8084980"/>
            <a:ext cx="3477079" cy="120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Консультация исполнителей по финансовым вопросам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Прием жалоб и предложений от персонала для улучшения условий работы</a:t>
            </a:r>
            <a:endParaRPr/>
          </a:p>
        </p:txBody>
      </p:sp>
      <p:sp>
        <p:nvSpPr>
          <p:cNvPr id="598" name="Google Shape;598;p27"/>
          <p:cNvSpPr txBox="1"/>
          <p:nvPr/>
        </p:nvSpPr>
        <p:spPr>
          <a:xfrm>
            <a:off x="7418146" y="5969602"/>
            <a:ext cx="5698395" cy="97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Взаимодействие с контролирующими отделами заказчика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Координация действий структурных подразделений и должностных лиц по вопросам охраны труда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Обеспечение работы системы управления охраны труда</a:t>
            </a:r>
            <a:endParaRPr/>
          </a:p>
        </p:txBody>
      </p:sp>
      <p:sp>
        <p:nvSpPr>
          <p:cNvPr id="599" name="Google Shape;599;p27"/>
          <p:cNvSpPr txBox="1"/>
          <p:nvPr/>
        </p:nvSpPr>
        <p:spPr>
          <a:xfrm>
            <a:off x="7389116" y="3672052"/>
            <a:ext cx="6137288" cy="97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Проведение первичных и вторичных интервью с кандидатами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Отправка данных кандидатов во внутреннюю службу безопасности</a:t>
            </a:r>
            <a:endParaRPr/>
          </a:p>
          <a:p>
            <a:pPr marL="271462" marR="0" lvl="1" indent="-1357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Проведение первичного обучения стандартам обслуживания</a:t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14239152" y="5539746"/>
            <a:ext cx="708217" cy="708218"/>
          </a:xfrm>
          <a:custGeom>
            <a:avLst/>
            <a:gdLst/>
            <a:ahLst/>
            <a:cxnLst/>
            <a:rect l="l" t="t" r="r" b="b"/>
            <a:pathLst>
              <a:path w="708217" h="708218" extrusionOk="0">
                <a:moveTo>
                  <a:pt x="0" y="0"/>
                </a:moveTo>
                <a:lnTo>
                  <a:pt x="708217" y="0"/>
                </a:lnTo>
                <a:lnTo>
                  <a:pt x="708217" y="708218"/>
                </a:lnTo>
                <a:lnTo>
                  <a:pt x="0" y="708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601" name="Google Shape;601;p27"/>
          <p:cNvCxnSpPr/>
          <p:nvPr/>
        </p:nvCxnSpPr>
        <p:spPr>
          <a:xfrm rot="5355275">
            <a:off x="634741" y="4156230"/>
            <a:ext cx="1464331" cy="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2" name="Google Shape;602;p27"/>
          <p:cNvCxnSpPr/>
          <p:nvPr/>
        </p:nvCxnSpPr>
        <p:spPr>
          <a:xfrm rot="5360396">
            <a:off x="555481" y="6420040"/>
            <a:ext cx="1653669" cy="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3" name="Google Shape;603;p27"/>
          <p:cNvCxnSpPr/>
          <p:nvPr/>
        </p:nvCxnSpPr>
        <p:spPr>
          <a:xfrm rot="92026">
            <a:off x="6641033" y="7602948"/>
            <a:ext cx="711715" cy="0"/>
          </a:xfrm>
          <a:prstGeom prst="straightConnector1">
            <a:avLst/>
          </a:prstGeom>
          <a:noFill/>
          <a:ln w="9525" cap="rnd" cmpd="sng">
            <a:solidFill>
              <a:srgbClr val="BCD1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4" name="Google Shape;604;p27"/>
          <p:cNvSpPr/>
          <p:nvPr/>
        </p:nvSpPr>
        <p:spPr>
          <a:xfrm>
            <a:off x="13984268" y="5266492"/>
            <a:ext cx="1218819" cy="1218819"/>
          </a:xfrm>
          <a:custGeom>
            <a:avLst/>
            <a:gdLst/>
            <a:ahLst/>
            <a:cxnLst/>
            <a:rect l="l" t="t" r="r" b="b"/>
            <a:pathLst>
              <a:path w="1625092" h="1625092" extrusionOk="0">
                <a:moveTo>
                  <a:pt x="0" y="812546"/>
                </a:moveTo>
                <a:cubicBezTo>
                  <a:pt x="0" y="363728"/>
                  <a:pt x="363728" y="0"/>
                  <a:pt x="812546" y="0"/>
                </a:cubicBezTo>
                <a:cubicBezTo>
                  <a:pt x="1261364" y="0"/>
                  <a:pt x="1625092" y="363728"/>
                  <a:pt x="1625092" y="812546"/>
                </a:cubicBezTo>
                <a:cubicBezTo>
                  <a:pt x="1625092" y="1261364"/>
                  <a:pt x="1261364" y="1625092"/>
                  <a:pt x="812546" y="1625092"/>
                </a:cubicBezTo>
                <a:cubicBezTo>
                  <a:pt x="363728" y="1625092"/>
                  <a:pt x="0" y="1261237"/>
                  <a:pt x="0" y="812546"/>
                </a:cubicBezTo>
                <a:close/>
              </a:path>
            </a:pathLst>
          </a:custGeom>
          <a:gradFill>
            <a:gsLst>
              <a:gs pos="0">
                <a:srgbClr val="EBEBEB">
                  <a:alpha val="0"/>
                </a:srgbClr>
              </a:gs>
              <a:gs pos="46000">
                <a:srgbClr val="FFFFFF">
                  <a:alpha val="14901"/>
                </a:srgbClr>
              </a:gs>
              <a:gs pos="100000">
                <a:srgbClr val="FFFFFF">
                  <a:alpha val="14901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606" name="Google Shape;606;p27"/>
          <p:cNvSpPr txBox="1"/>
          <p:nvPr/>
        </p:nvSpPr>
        <p:spPr>
          <a:xfrm>
            <a:off x="2588235" y="624615"/>
            <a:ext cx="15699763" cy="1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СТРУКТУРА</a:t>
            </a:r>
            <a:endParaRPr/>
          </a:p>
        </p:txBody>
      </p:sp>
      <p:sp>
        <p:nvSpPr>
          <p:cNvPr id="607" name="Google Shape;607;p27"/>
          <p:cNvSpPr txBox="1"/>
          <p:nvPr/>
        </p:nvSpPr>
        <p:spPr>
          <a:xfrm>
            <a:off x="2588236" y="1753980"/>
            <a:ext cx="9942125" cy="48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ПРОЕКТНОГО СОСТАВА</a:t>
            </a:r>
            <a:endParaRPr/>
          </a:p>
        </p:txBody>
      </p:sp>
      <p:grpSp>
        <p:nvGrpSpPr>
          <p:cNvPr id="608" name="Google Shape;608;p27"/>
          <p:cNvGrpSpPr/>
          <p:nvPr/>
        </p:nvGrpSpPr>
        <p:grpSpPr>
          <a:xfrm>
            <a:off x="1064630" y="7341123"/>
            <a:ext cx="5529279" cy="558164"/>
            <a:chOff x="0" y="0"/>
            <a:chExt cx="7372372" cy="744220"/>
          </a:xfrm>
        </p:grpSpPr>
        <p:sp>
          <p:nvSpPr>
            <p:cNvPr id="609" name="Google Shape;609;p27"/>
            <p:cNvSpPr/>
            <p:nvPr/>
          </p:nvSpPr>
          <p:spPr>
            <a:xfrm>
              <a:off x="0" y="0"/>
              <a:ext cx="7372350" cy="744220"/>
            </a:xfrm>
            <a:custGeom>
              <a:avLst/>
              <a:gdLst/>
              <a:ahLst/>
              <a:cxnLst/>
              <a:rect l="l" t="t" r="r" b="b"/>
              <a:pathLst>
                <a:path w="7372350" h="744220" extrusionOk="0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7000240" y="0"/>
                  </a:lnTo>
                  <a:cubicBezTo>
                    <a:pt x="7205726" y="0"/>
                    <a:pt x="7372350" y="166624"/>
                    <a:pt x="7372350" y="372110"/>
                  </a:cubicBezTo>
                  <a:cubicBezTo>
                    <a:pt x="7372350" y="577596"/>
                    <a:pt x="7205726" y="744220"/>
                    <a:pt x="7000240" y="744220"/>
                  </a:cubicBezTo>
                  <a:lnTo>
                    <a:pt x="372110" y="744220"/>
                  </a:lnTo>
                  <a:cubicBezTo>
                    <a:pt x="166624" y="744220"/>
                    <a:pt x="0" y="577596"/>
                    <a:pt x="0" y="372110"/>
                  </a:cubicBez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7"/>
            <p:cNvSpPr txBox="1"/>
            <p:nvPr/>
          </p:nvSpPr>
          <p:spPr>
            <a:xfrm>
              <a:off x="0" y="0"/>
              <a:ext cx="7372372" cy="744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РАБОЧИЙ ПЕРСОНАЛ</a:t>
              </a:r>
              <a:endParaRPr/>
            </a:p>
          </p:txBody>
        </p:sp>
      </p:grpSp>
      <p:grpSp>
        <p:nvGrpSpPr>
          <p:cNvPr id="611" name="Google Shape;611;p27"/>
          <p:cNvGrpSpPr/>
          <p:nvPr/>
        </p:nvGrpSpPr>
        <p:grpSpPr>
          <a:xfrm>
            <a:off x="984888" y="4979134"/>
            <a:ext cx="4281298" cy="558164"/>
            <a:chOff x="0" y="0"/>
            <a:chExt cx="5708396" cy="744220"/>
          </a:xfrm>
        </p:grpSpPr>
        <p:sp>
          <p:nvSpPr>
            <p:cNvPr id="612" name="Google Shape;612;p27"/>
            <p:cNvSpPr/>
            <p:nvPr/>
          </p:nvSpPr>
          <p:spPr>
            <a:xfrm>
              <a:off x="0" y="0"/>
              <a:ext cx="5708396" cy="744220"/>
            </a:xfrm>
            <a:custGeom>
              <a:avLst/>
              <a:gdLst/>
              <a:ahLst/>
              <a:cxnLst/>
              <a:rect l="l" t="t" r="r" b="b"/>
              <a:pathLst>
                <a:path w="5708396" h="744220" extrusionOk="0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5336286" y="0"/>
                  </a:lnTo>
                  <a:cubicBezTo>
                    <a:pt x="5541772" y="0"/>
                    <a:pt x="5708396" y="166624"/>
                    <a:pt x="5708396" y="372110"/>
                  </a:cubicBezTo>
                  <a:cubicBezTo>
                    <a:pt x="5708396" y="577596"/>
                    <a:pt x="5541772" y="744220"/>
                    <a:pt x="5336286" y="744220"/>
                  </a:cubicBezTo>
                  <a:lnTo>
                    <a:pt x="372110" y="744220"/>
                  </a:lnTo>
                  <a:cubicBezTo>
                    <a:pt x="166624" y="744220"/>
                    <a:pt x="0" y="577596"/>
                    <a:pt x="0" y="372110"/>
                  </a:cubicBez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7"/>
            <p:cNvSpPr txBox="1"/>
            <p:nvPr/>
          </p:nvSpPr>
          <p:spPr>
            <a:xfrm>
              <a:off x="0" y="0"/>
              <a:ext cx="5708394" cy="744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ТЕРРИТОРИАЛЬНЫЕ МЕНЕДЖЕРЫ</a:t>
              </a:r>
              <a:endParaRPr/>
            </a:p>
          </p:txBody>
        </p:sp>
      </p:grpSp>
      <p:grpSp>
        <p:nvGrpSpPr>
          <p:cNvPr id="614" name="Google Shape;614;p27"/>
          <p:cNvGrpSpPr/>
          <p:nvPr/>
        </p:nvGrpSpPr>
        <p:grpSpPr>
          <a:xfrm>
            <a:off x="7382181" y="7349922"/>
            <a:ext cx="4384739" cy="558164"/>
            <a:chOff x="0" y="0"/>
            <a:chExt cx="5846318" cy="744220"/>
          </a:xfrm>
        </p:grpSpPr>
        <p:sp>
          <p:nvSpPr>
            <p:cNvPr id="615" name="Google Shape;615;p27"/>
            <p:cNvSpPr/>
            <p:nvPr/>
          </p:nvSpPr>
          <p:spPr>
            <a:xfrm>
              <a:off x="0" y="0"/>
              <a:ext cx="5846318" cy="744220"/>
            </a:xfrm>
            <a:custGeom>
              <a:avLst/>
              <a:gdLst/>
              <a:ahLst/>
              <a:cxnLst/>
              <a:rect l="l" t="t" r="r" b="b"/>
              <a:pathLst>
                <a:path w="5846318" h="744220" extrusionOk="0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5474208" y="0"/>
                  </a:lnTo>
                  <a:cubicBezTo>
                    <a:pt x="5679694" y="0"/>
                    <a:pt x="5846318" y="166624"/>
                    <a:pt x="5846318" y="372110"/>
                  </a:cubicBezTo>
                  <a:cubicBezTo>
                    <a:pt x="5846318" y="577596"/>
                    <a:pt x="5679694" y="744220"/>
                    <a:pt x="5474208" y="744220"/>
                  </a:cubicBezTo>
                  <a:lnTo>
                    <a:pt x="372110" y="744220"/>
                  </a:lnTo>
                  <a:cubicBezTo>
                    <a:pt x="166624" y="744220"/>
                    <a:pt x="0" y="577596"/>
                    <a:pt x="0" y="372110"/>
                  </a:cubicBez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7"/>
            <p:cNvSpPr txBox="1"/>
            <p:nvPr/>
          </p:nvSpPr>
          <p:spPr>
            <a:xfrm>
              <a:off x="0" y="0"/>
              <a:ext cx="5846278" cy="744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ОТДЕЛ ПОДДЕРЖКИ ПЕРСОНАЛА</a:t>
              </a:r>
              <a:endParaRPr/>
            </a:p>
          </p:txBody>
        </p:sp>
      </p:grpSp>
      <p:grpSp>
        <p:nvGrpSpPr>
          <p:cNvPr id="617" name="Google Shape;617;p27"/>
          <p:cNvGrpSpPr/>
          <p:nvPr/>
        </p:nvGrpSpPr>
        <p:grpSpPr>
          <a:xfrm>
            <a:off x="7304910" y="5002305"/>
            <a:ext cx="4384739" cy="558164"/>
            <a:chOff x="0" y="0"/>
            <a:chExt cx="5846318" cy="744220"/>
          </a:xfrm>
        </p:grpSpPr>
        <p:sp>
          <p:nvSpPr>
            <p:cNvPr id="618" name="Google Shape;618;p27"/>
            <p:cNvSpPr/>
            <p:nvPr/>
          </p:nvSpPr>
          <p:spPr>
            <a:xfrm>
              <a:off x="0" y="0"/>
              <a:ext cx="5846318" cy="744220"/>
            </a:xfrm>
            <a:custGeom>
              <a:avLst/>
              <a:gdLst/>
              <a:ahLst/>
              <a:cxnLst/>
              <a:rect l="l" t="t" r="r" b="b"/>
              <a:pathLst>
                <a:path w="5846318" h="744220" extrusionOk="0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5474208" y="0"/>
                  </a:lnTo>
                  <a:cubicBezTo>
                    <a:pt x="5679694" y="0"/>
                    <a:pt x="5846318" y="166624"/>
                    <a:pt x="5846318" y="372110"/>
                  </a:cubicBezTo>
                  <a:cubicBezTo>
                    <a:pt x="5846318" y="577596"/>
                    <a:pt x="5679694" y="744220"/>
                    <a:pt x="5474208" y="744220"/>
                  </a:cubicBezTo>
                  <a:lnTo>
                    <a:pt x="372110" y="744220"/>
                  </a:lnTo>
                  <a:cubicBezTo>
                    <a:pt x="166624" y="744220"/>
                    <a:pt x="0" y="577596"/>
                    <a:pt x="0" y="372110"/>
                  </a:cubicBez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/>
            <p:cNvSpPr txBox="1"/>
            <p:nvPr/>
          </p:nvSpPr>
          <p:spPr>
            <a:xfrm>
              <a:off x="0" y="0"/>
              <a:ext cx="5846278" cy="744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ОТДЕЛ ПО ОХРАНЕ ТРУДА</a:t>
              </a:r>
              <a:endParaRPr/>
            </a:p>
          </p:txBody>
        </p:sp>
      </p:grpSp>
      <p:grpSp>
        <p:nvGrpSpPr>
          <p:cNvPr id="620" name="Google Shape;620;p27"/>
          <p:cNvGrpSpPr/>
          <p:nvPr/>
        </p:nvGrpSpPr>
        <p:grpSpPr>
          <a:xfrm>
            <a:off x="7293780" y="2899238"/>
            <a:ext cx="4384738" cy="558164"/>
            <a:chOff x="0" y="0"/>
            <a:chExt cx="5846318" cy="744220"/>
          </a:xfrm>
        </p:grpSpPr>
        <p:sp>
          <p:nvSpPr>
            <p:cNvPr id="621" name="Google Shape;621;p27"/>
            <p:cNvSpPr/>
            <p:nvPr/>
          </p:nvSpPr>
          <p:spPr>
            <a:xfrm>
              <a:off x="0" y="0"/>
              <a:ext cx="5846318" cy="744220"/>
            </a:xfrm>
            <a:custGeom>
              <a:avLst/>
              <a:gdLst/>
              <a:ahLst/>
              <a:cxnLst/>
              <a:rect l="l" t="t" r="r" b="b"/>
              <a:pathLst>
                <a:path w="5846318" h="744220" extrusionOk="0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5474208" y="0"/>
                  </a:lnTo>
                  <a:cubicBezTo>
                    <a:pt x="5679694" y="0"/>
                    <a:pt x="5846318" y="166624"/>
                    <a:pt x="5846318" y="372110"/>
                  </a:cubicBezTo>
                  <a:cubicBezTo>
                    <a:pt x="5846318" y="577596"/>
                    <a:pt x="5679694" y="744220"/>
                    <a:pt x="5474208" y="744220"/>
                  </a:cubicBezTo>
                  <a:lnTo>
                    <a:pt x="372110" y="744220"/>
                  </a:lnTo>
                  <a:cubicBezTo>
                    <a:pt x="166624" y="744220"/>
                    <a:pt x="0" y="577596"/>
                    <a:pt x="0" y="372110"/>
                  </a:cubicBez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7"/>
            <p:cNvSpPr txBox="1"/>
            <p:nvPr/>
          </p:nvSpPr>
          <p:spPr>
            <a:xfrm>
              <a:off x="0" y="0"/>
              <a:ext cx="5846278" cy="7442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ОТДЕЛ ПОДБОРА ПЕРСОНАЛА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/>
          <p:nvPr/>
        </p:nvSpPr>
        <p:spPr>
          <a:xfrm>
            <a:off x="4549732" y="0"/>
            <a:ext cx="9258300" cy="10287000"/>
          </a:xfrm>
          <a:custGeom>
            <a:avLst/>
            <a:gdLst/>
            <a:ahLst/>
            <a:cxnLst/>
            <a:rect l="l" t="t" r="r" b="b"/>
            <a:pathLst>
              <a:path w="9258300" h="10287000" extrusionOk="0">
                <a:moveTo>
                  <a:pt x="0" y="0"/>
                </a:moveTo>
                <a:lnTo>
                  <a:pt x="9258301" y="0"/>
                </a:lnTo>
                <a:lnTo>
                  <a:pt x="925830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29" name="Google Shape;629;p28"/>
          <p:cNvSpPr txBox="1"/>
          <p:nvPr/>
        </p:nvSpPr>
        <p:spPr>
          <a:xfrm>
            <a:off x="1053790" y="4996614"/>
            <a:ext cx="7762567" cy="329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Требования:</a:t>
            </a:r>
            <a:endParaRPr/>
          </a:p>
          <a:p>
            <a:pPr marL="325755" marR="0" lvl="1" indent="-162878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Грамотная русская речь</a:t>
            </a:r>
            <a:endParaRPr/>
          </a:p>
          <a:p>
            <a:pPr marL="325755" marR="0" lvl="1" indent="-162878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Отсутствие противопоказаний по здоровью</a:t>
            </a:r>
            <a:endParaRPr/>
          </a:p>
          <a:p>
            <a:pPr marL="325755" marR="0" lvl="1" indent="-162878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Отсутствие судимости</a:t>
            </a:r>
            <a:endParaRPr/>
          </a:p>
          <a:p>
            <a:pPr marL="325755" marR="0" lvl="1" indent="-162878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Опрятный внешний вид</a:t>
            </a:r>
            <a:endParaRPr/>
          </a:p>
          <a:p>
            <a:pPr marL="325755" marR="0" lvl="1" indent="-162878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Эмпатия, активность, клиентоориентированность и аккуратность</a:t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1056913" y="3843147"/>
            <a:ext cx="3920925" cy="1298745"/>
          </a:xfrm>
          <a:custGeom>
            <a:avLst/>
            <a:gdLst/>
            <a:ahLst/>
            <a:cxnLst/>
            <a:rect l="l" t="t" r="r" b="b"/>
            <a:pathLst>
              <a:path w="3920925" h="1298745" extrusionOk="0">
                <a:moveTo>
                  <a:pt x="0" y="0"/>
                </a:moveTo>
                <a:lnTo>
                  <a:pt x="3920925" y="0"/>
                </a:lnTo>
                <a:lnTo>
                  <a:pt x="3920925" y="1298745"/>
                </a:lnTo>
                <a:lnTo>
                  <a:pt x="0" y="1298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31" name="Google Shape;631;p28"/>
          <p:cNvSpPr txBox="1"/>
          <p:nvPr/>
        </p:nvSpPr>
        <p:spPr>
          <a:xfrm>
            <a:off x="1369884" y="2518857"/>
            <a:ext cx="3219495" cy="89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71B32"/>
                </a:solidFill>
                <a:latin typeface="Arimo"/>
                <a:ea typeface="Arimo"/>
                <a:cs typeface="Arimo"/>
                <a:sym typeface="Arimo"/>
              </a:rPr>
              <a:t>Гражданство: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41C30"/>
                </a:solidFill>
                <a:latin typeface="Arimo"/>
                <a:ea typeface="Arimo"/>
                <a:cs typeface="Arimo"/>
                <a:sym typeface="Arimo"/>
              </a:rPr>
              <a:t>РФ </a:t>
            </a:r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5144490" y="2518857"/>
            <a:ext cx="3219495" cy="89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71B32"/>
                </a:solidFill>
                <a:latin typeface="Arimo"/>
                <a:ea typeface="Arimo"/>
                <a:cs typeface="Arimo"/>
                <a:sym typeface="Arimo"/>
              </a:rPr>
              <a:t>Гражданство: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241C30"/>
                </a:solidFill>
                <a:latin typeface="Arimo"/>
                <a:ea typeface="Arimo"/>
                <a:cs typeface="Arimo"/>
                <a:sym typeface="Arimo"/>
              </a:rPr>
              <a:t>РФ </a:t>
            </a:r>
            <a:endParaRPr/>
          </a:p>
        </p:txBody>
      </p:sp>
      <p:sp>
        <p:nvSpPr>
          <p:cNvPr id="633" name="Google Shape;633;p28"/>
          <p:cNvSpPr txBox="1"/>
          <p:nvPr/>
        </p:nvSpPr>
        <p:spPr>
          <a:xfrm>
            <a:off x="1539370" y="3915270"/>
            <a:ext cx="2835511" cy="91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ОПЫТ:</a:t>
            </a:r>
            <a:endParaRPr dirty="0"/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Без</a:t>
            </a:r>
            <a:r>
              <a:rPr lang="en-US" sz="21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опыта</a:t>
            </a:r>
            <a:r>
              <a:rPr lang="en-US" sz="21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работы</a:t>
            </a:r>
            <a:endParaRPr dirty="0"/>
          </a:p>
        </p:txBody>
      </p:sp>
      <p:sp>
        <p:nvSpPr>
          <p:cNvPr id="634" name="Google Shape;634;p28"/>
          <p:cNvSpPr txBox="1"/>
          <p:nvPr/>
        </p:nvSpPr>
        <p:spPr>
          <a:xfrm>
            <a:off x="1098800" y="8012256"/>
            <a:ext cx="8497125" cy="1213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Гражданство:</a:t>
            </a:r>
            <a:endParaRPr/>
          </a:p>
          <a:p>
            <a:pPr marL="325755" marR="0" lvl="1" indent="-162878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РФ, СНГ, (при наличии полного пакета документов)</a:t>
            </a:r>
            <a:endParaRPr/>
          </a:p>
        </p:txBody>
      </p:sp>
      <p:sp>
        <p:nvSpPr>
          <p:cNvPr id="635" name="Google Shape;635;p28"/>
          <p:cNvSpPr txBox="1"/>
          <p:nvPr/>
        </p:nvSpPr>
        <p:spPr>
          <a:xfrm>
            <a:off x="1098800" y="1561809"/>
            <a:ext cx="9075420" cy="201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Пол: </a:t>
            </a:r>
            <a:r>
              <a:rPr lang="en-US" sz="27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м/ж</a:t>
            </a:r>
            <a:endParaRPr/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Возраст: </a:t>
            </a:r>
            <a:r>
              <a:rPr lang="en-US" sz="27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18-50 лет</a:t>
            </a:r>
            <a:endParaRPr/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CD100"/>
                </a:solidFill>
                <a:latin typeface="Open Sans"/>
                <a:ea typeface="Open Sans"/>
                <a:cs typeface="Open Sans"/>
                <a:sym typeface="Open Sans"/>
              </a:rPr>
              <a:t>Образование: </a:t>
            </a: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не ниже среднего</a:t>
            </a:r>
            <a:endParaRPr/>
          </a:p>
        </p:txBody>
      </p:sp>
      <p:sp>
        <p:nvSpPr>
          <p:cNvPr id="636" name="Google Shape;636;p28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637" name="Google Shape;637;p28"/>
          <p:cNvSpPr txBox="1"/>
          <p:nvPr/>
        </p:nvSpPr>
        <p:spPr>
          <a:xfrm>
            <a:off x="2588235" y="624615"/>
            <a:ext cx="15699763" cy="1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НАШ ИСПОЛНИТЕЛЬ</a:t>
            </a:r>
            <a:endParaRPr/>
          </a:p>
        </p:txBody>
      </p:sp>
      <p:sp>
        <p:nvSpPr>
          <p:cNvPr id="638" name="Google Shape;638;p28"/>
          <p:cNvSpPr txBox="1"/>
          <p:nvPr/>
        </p:nvSpPr>
        <p:spPr>
          <a:xfrm>
            <a:off x="1053790" y="9490766"/>
            <a:ext cx="11218002" cy="30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E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en-US" sz="16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Под</a:t>
            </a:r>
            <a:r>
              <a:rPr lang="en-US" sz="1650" b="0" i="0" u="none" strike="noStrike" cap="none">
                <a:solidFill>
                  <a:srgbClr val="15151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каждый проект исполнители подбираются индивидуально, ориентируясь на требования заказчика.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9"/>
          <p:cNvSpPr/>
          <p:nvPr/>
        </p:nvSpPr>
        <p:spPr>
          <a:xfrm>
            <a:off x="13117420" y="2391792"/>
            <a:ext cx="7775639" cy="7012210"/>
          </a:xfrm>
          <a:custGeom>
            <a:avLst/>
            <a:gdLst/>
            <a:ahLst/>
            <a:cxnLst/>
            <a:rect l="l" t="t" r="r" b="b"/>
            <a:pathLst>
              <a:path w="10367518" h="9349613" extrusionOk="0">
                <a:moveTo>
                  <a:pt x="0" y="1828546"/>
                </a:moveTo>
                <a:cubicBezTo>
                  <a:pt x="0" y="818642"/>
                  <a:pt x="818642" y="0"/>
                  <a:pt x="1828546" y="0"/>
                </a:cubicBezTo>
                <a:lnTo>
                  <a:pt x="8538972" y="0"/>
                </a:lnTo>
                <a:cubicBezTo>
                  <a:pt x="9548876" y="0"/>
                  <a:pt x="10367518" y="818642"/>
                  <a:pt x="10367518" y="1828546"/>
                </a:cubicBezTo>
                <a:lnTo>
                  <a:pt x="10367518" y="7521067"/>
                </a:lnTo>
                <a:cubicBezTo>
                  <a:pt x="10367518" y="8530972"/>
                  <a:pt x="9548876" y="9349613"/>
                  <a:pt x="8538972" y="9349613"/>
                </a:cubicBezTo>
                <a:lnTo>
                  <a:pt x="1828546" y="9349613"/>
                </a:lnTo>
                <a:cubicBezTo>
                  <a:pt x="818642" y="9349486"/>
                  <a:pt x="0" y="8530844"/>
                  <a:pt x="0" y="7521067"/>
                </a:cubicBezTo>
                <a:close/>
              </a:path>
            </a:pathLst>
          </a:custGeom>
          <a:solidFill>
            <a:srgbClr val="BCD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9"/>
          <p:cNvSpPr/>
          <p:nvPr/>
        </p:nvSpPr>
        <p:spPr>
          <a:xfrm>
            <a:off x="9867394" y="6100838"/>
            <a:ext cx="2533841" cy="3491675"/>
          </a:xfrm>
          <a:custGeom>
            <a:avLst/>
            <a:gdLst/>
            <a:ahLst/>
            <a:cxnLst/>
            <a:rect l="l" t="t" r="r" b="b"/>
            <a:pathLst>
              <a:path w="3378454" h="4655566" extrusionOk="0">
                <a:moveTo>
                  <a:pt x="221996" y="0"/>
                </a:moveTo>
                <a:lnTo>
                  <a:pt x="0" y="4499864"/>
                </a:lnTo>
                <a:lnTo>
                  <a:pt x="3156331" y="4655566"/>
                </a:lnTo>
                <a:lnTo>
                  <a:pt x="3378454" y="155575"/>
                </a:lnTo>
                <a:lnTo>
                  <a:pt x="221996" y="0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</p:sp>
      <p:sp>
        <p:nvSpPr>
          <p:cNvPr id="645" name="Google Shape;645;p29"/>
          <p:cNvSpPr/>
          <p:nvPr/>
        </p:nvSpPr>
        <p:spPr>
          <a:xfrm>
            <a:off x="9890471" y="2391792"/>
            <a:ext cx="2533841" cy="3491580"/>
          </a:xfrm>
          <a:custGeom>
            <a:avLst/>
            <a:gdLst/>
            <a:ahLst/>
            <a:cxnLst/>
            <a:rect l="l" t="t" r="r" b="b"/>
            <a:pathLst>
              <a:path w="3378454" h="4655439" extrusionOk="0">
                <a:moveTo>
                  <a:pt x="221996" y="0"/>
                </a:moveTo>
                <a:lnTo>
                  <a:pt x="0" y="4499864"/>
                </a:lnTo>
                <a:lnTo>
                  <a:pt x="3156331" y="4655439"/>
                </a:lnTo>
                <a:lnTo>
                  <a:pt x="3378454" y="155575"/>
                </a:lnTo>
                <a:lnTo>
                  <a:pt x="221996" y="0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</p:sp>
      <p:sp>
        <p:nvSpPr>
          <p:cNvPr id="646" name="Google Shape;646;p29"/>
          <p:cNvSpPr/>
          <p:nvPr/>
        </p:nvSpPr>
        <p:spPr>
          <a:xfrm>
            <a:off x="4116464" y="6129269"/>
            <a:ext cx="2533841" cy="3491675"/>
          </a:xfrm>
          <a:custGeom>
            <a:avLst/>
            <a:gdLst/>
            <a:ahLst/>
            <a:cxnLst/>
            <a:rect l="l" t="t" r="r" b="b"/>
            <a:pathLst>
              <a:path w="3378454" h="4655566" extrusionOk="0">
                <a:moveTo>
                  <a:pt x="221996" y="0"/>
                </a:moveTo>
                <a:lnTo>
                  <a:pt x="0" y="4499864"/>
                </a:lnTo>
                <a:lnTo>
                  <a:pt x="3156585" y="4655566"/>
                </a:lnTo>
                <a:lnTo>
                  <a:pt x="3378454" y="155575"/>
                </a:lnTo>
                <a:lnTo>
                  <a:pt x="221996" y="0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</p:sp>
      <p:sp>
        <p:nvSpPr>
          <p:cNvPr id="647" name="Google Shape;647;p29"/>
          <p:cNvSpPr/>
          <p:nvPr/>
        </p:nvSpPr>
        <p:spPr>
          <a:xfrm>
            <a:off x="4128729" y="2489267"/>
            <a:ext cx="2533841" cy="3491580"/>
          </a:xfrm>
          <a:custGeom>
            <a:avLst/>
            <a:gdLst/>
            <a:ahLst/>
            <a:cxnLst/>
            <a:rect l="l" t="t" r="r" b="b"/>
            <a:pathLst>
              <a:path w="3378454" h="4655439" extrusionOk="0">
                <a:moveTo>
                  <a:pt x="221996" y="0"/>
                </a:moveTo>
                <a:lnTo>
                  <a:pt x="0" y="4499864"/>
                </a:lnTo>
                <a:lnTo>
                  <a:pt x="3156585" y="4655439"/>
                </a:lnTo>
                <a:lnTo>
                  <a:pt x="3378454" y="155575"/>
                </a:lnTo>
                <a:lnTo>
                  <a:pt x="221996" y="0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</p:sp>
      <p:sp>
        <p:nvSpPr>
          <p:cNvPr id="648" name="Google Shape;648;p29"/>
          <p:cNvSpPr/>
          <p:nvPr/>
        </p:nvSpPr>
        <p:spPr>
          <a:xfrm>
            <a:off x="1187884" y="6129269"/>
            <a:ext cx="2533745" cy="3491675"/>
          </a:xfrm>
          <a:custGeom>
            <a:avLst/>
            <a:gdLst/>
            <a:ahLst/>
            <a:cxnLst/>
            <a:rect l="l" t="t" r="r" b="b"/>
            <a:pathLst>
              <a:path w="3378327" h="4655566" extrusionOk="0">
                <a:moveTo>
                  <a:pt x="221996" y="0"/>
                </a:moveTo>
                <a:lnTo>
                  <a:pt x="0" y="4499864"/>
                </a:lnTo>
                <a:lnTo>
                  <a:pt x="3156585" y="4655566"/>
                </a:lnTo>
                <a:lnTo>
                  <a:pt x="3378327" y="155575"/>
                </a:lnTo>
                <a:lnTo>
                  <a:pt x="221996" y="0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</p:sp>
      <p:sp>
        <p:nvSpPr>
          <p:cNvPr id="649" name="Google Shape;649;p29"/>
          <p:cNvSpPr/>
          <p:nvPr/>
        </p:nvSpPr>
        <p:spPr>
          <a:xfrm>
            <a:off x="1187884" y="2420223"/>
            <a:ext cx="2533745" cy="3491580"/>
          </a:xfrm>
          <a:custGeom>
            <a:avLst/>
            <a:gdLst/>
            <a:ahLst/>
            <a:cxnLst/>
            <a:rect l="l" t="t" r="r" b="b"/>
            <a:pathLst>
              <a:path w="3378327" h="4655439" extrusionOk="0">
                <a:moveTo>
                  <a:pt x="221996" y="0"/>
                </a:moveTo>
                <a:lnTo>
                  <a:pt x="0" y="4499864"/>
                </a:lnTo>
                <a:lnTo>
                  <a:pt x="3156585" y="4655439"/>
                </a:lnTo>
                <a:lnTo>
                  <a:pt x="3378327" y="155575"/>
                </a:lnTo>
                <a:lnTo>
                  <a:pt x="221996" y="0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</p:sp>
      <p:sp>
        <p:nvSpPr>
          <p:cNvPr id="650" name="Google Shape;650;p29"/>
          <p:cNvSpPr/>
          <p:nvPr/>
        </p:nvSpPr>
        <p:spPr>
          <a:xfrm>
            <a:off x="9984432" y="2489266"/>
            <a:ext cx="2345499" cy="3303825"/>
          </a:xfrm>
          <a:custGeom>
            <a:avLst/>
            <a:gdLst/>
            <a:ahLst/>
            <a:cxnLst/>
            <a:rect l="l" t="t" r="r" b="b"/>
            <a:pathLst>
              <a:path w="2345499" h="3303825" extrusionOk="0">
                <a:moveTo>
                  <a:pt x="0" y="0"/>
                </a:moveTo>
                <a:lnTo>
                  <a:pt x="2345499" y="0"/>
                </a:lnTo>
                <a:lnTo>
                  <a:pt x="2345499" y="3303825"/>
                </a:lnTo>
                <a:lnTo>
                  <a:pt x="0" y="3303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40" b="-340"/>
            </a:stretch>
          </a:blipFill>
          <a:ln>
            <a:noFill/>
          </a:ln>
        </p:spPr>
      </p:sp>
      <p:sp>
        <p:nvSpPr>
          <p:cNvPr id="651" name="Google Shape;651;p29"/>
          <p:cNvSpPr/>
          <p:nvPr/>
        </p:nvSpPr>
        <p:spPr>
          <a:xfrm>
            <a:off x="9970033" y="2474866"/>
            <a:ext cx="2359819" cy="3325654"/>
          </a:xfrm>
          <a:custGeom>
            <a:avLst/>
            <a:gdLst/>
            <a:ahLst/>
            <a:cxnLst/>
            <a:rect l="l" t="t" r="r" b="b"/>
            <a:pathLst>
              <a:path w="3146425" h="4434205" extrusionOk="0">
                <a:moveTo>
                  <a:pt x="9906" y="4414393"/>
                </a:moveTo>
                <a:lnTo>
                  <a:pt x="3136519" y="4414393"/>
                </a:lnTo>
                <a:lnTo>
                  <a:pt x="3136519" y="4424299"/>
                </a:lnTo>
                <a:lnTo>
                  <a:pt x="3126613" y="4424299"/>
                </a:lnTo>
                <a:lnTo>
                  <a:pt x="3126613" y="9906"/>
                </a:lnTo>
                <a:lnTo>
                  <a:pt x="3136519" y="9906"/>
                </a:lnTo>
                <a:lnTo>
                  <a:pt x="3136519" y="19812"/>
                </a:lnTo>
                <a:lnTo>
                  <a:pt x="9906" y="19812"/>
                </a:lnTo>
                <a:lnTo>
                  <a:pt x="9906" y="9906"/>
                </a:lnTo>
                <a:lnTo>
                  <a:pt x="19812" y="9906"/>
                </a:lnTo>
                <a:lnTo>
                  <a:pt x="19812" y="4424299"/>
                </a:lnTo>
                <a:lnTo>
                  <a:pt x="9906" y="4424299"/>
                </a:lnTo>
                <a:lnTo>
                  <a:pt x="9906" y="4414393"/>
                </a:lnTo>
                <a:moveTo>
                  <a:pt x="9906" y="4434205"/>
                </a:moveTo>
                <a:cubicBezTo>
                  <a:pt x="4445" y="4434205"/>
                  <a:pt x="0" y="4429760"/>
                  <a:pt x="0" y="4424299"/>
                </a:cubicBezTo>
                <a:lnTo>
                  <a:pt x="0" y="9906"/>
                </a:lnTo>
                <a:cubicBezTo>
                  <a:pt x="0" y="4445"/>
                  <a:pt x="4445" y="0"/>
                  <a:pt x="9906" y="0"/>
                </a:cubicBezTo>
                <a:lnTo>
                  <a:pt x="3136519" y="0"/>
                </a:lnTo>
                <a:cubicBezTo>
                  <a:pt x="3141980" y="0"/>
                  <a:pt x="3146425" y="4445"/>
                  <a:pt x="3146425" y="9906"/>
                </a:cubicBezTo>
                <a:lnTo>
                  <a:pt x="3146425" y="4424299"/>
                </a:lnTo>
                <a:cubicBezTo>
                  <a:pt x="3146425" y="4429760"/>
                  <a:pt x="3141980" y="4434205"/>
                  <a:pt x="3136519" y="4434205"/>
                </a:cubicBezTo>
                <a:lnTo>
                  <a:pt x="9906" y="4434205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9"/>
          <p:cNvSpPr/>
          <p:nvPr/>
        </p:nvSpPr>
        <p:spPr>
          <a:xfrm>
            <a:off x="4198765" y="2502154"/>
            <a:ext cx="2359819" cy="3324606"/>
          </a:xfrm>
          <a:custGeom>
            <a:avLst/>
            <a:gdLst/>
            <a:ahLst/>
            <a:cxnLst/>
            <a:rect l="l" t="t" r="r" b="b"/>
            <a:pathLst>
              <a:path w="3146425" h="4432808" extrusionOk="0">
                <a:moveTo>
                  <a:pt x="9906" y="4412996"/>
                </a:moveTo>
                <a:lnTo>
                  <a:pt x="3136519" y="4412996"/>
                </a:lnTo>
                <a:lnTo>
                  <a:pt x="3136519" y="4422902"/>
                </a:lnTo>
                <a:lnTo>
                  <a:pt x="3126613" y="4422902"/>
                </a:lnTo>
                <a:lnTo>
                  <a:pt x="3126613" y="9906"/>
                </a:lnTo>
                <a:lnTo>
                  <a:pt x="3136519" y="9906"/>
                </a:lnTo>
                <a:lnTo>
                  <a:pt x="3136519" y="19812"/>
                </a:lnTo>
                <a:lnTo>
                  <a:pt x="9906" y="19812"/>
                </a:lnTo>
                <a:lnTo>
                  <a:pt x="9906" y="9906"/>
                </a:lnTo>
                <a:lnTo>
                  <a:pt x="19812" y="9906"/>
                </a:lnTo>
                <a:lnTo>
                  <a:pt x="19812" y="4422902"/>
                </a:lnTo>
                <a:lnTo>
                  <a:pt x="9906" y="4422902"/>
                </a:lnTo>
                <a:lnTo>
                  <a:pt x="9906" y="4412996"/>
                </a:lnTo>
                <a:moveTo>
                  <a:pt x="9906" y="4432808"/>
                </a:moveTo>
                <a:cubicBezTo>
                  <a:pt x="4445" y="4432808"/>
                  <a:pt x="0" y="4428363"/>
                  <a:pt x="0" y="4422902"/>
                </a:cubicBezTo>
                <a:lnTo>
                  <a:pt x="0" y="9906"/>
                </a:lnTo>
                <a:cubicBezTo>
                  <a:pt x="0" y="4445"/>
                  <a:pt x="4445" y="0"/>
                  <a:pt x="9906" y="0"/>
                </a:cubicBezTo>
                <a:lnTo>
                  <a:pt x="3136519" y="0"/>
                </a:lnTo>
                <a:cubicBezTo>
                  <a:pt x="3141980" y="0"/>
                  <a:pt x="3146425" y="4445"/>
                  <a:pt x="3146425" y="9906"/>
                </a:cubicBezTo>
                <a:lnTo>
                  <a:pt x="3146425" y="4422902"/>
                </a:lnTo>
                <a:cubicBezTo>
                  <a:pt x="3146425" y="4428363"/>
                  <a:pt x="3141980" y="4432808"/>
                  <a:pt x="3136519" y="4432808"/>
                </a:cubicBezTo>
                <a:lnTo>
                  <a:pt x="9906" y="4432808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9"/>
          <p:cNvSpPr/>
          <p:nvPr/>
        </p:nvSpPr>
        <p:spPr>
          <a:xfrm>
            <a:off x="1276280" y="2518065"/>
            <a:ext cx="2352104" cy="3302900"/>
          </a:xfrm>
          <a:custGeom>
            <a:avLst/>
            <a:gdLst/>
            <a:ahLst/>
            <a:cxnLst/>
            <a:rect l="l" t="t" r="r" b="b"/>
            <a:pathLst>
              <a:path w="2352104" h="3302900" extrusionOk="0">
                <a:moveTo>
                  <a:pt x="0" y="0"/>
                </a:moveTo>
                <a:lnTo>
                  <a:pt x="2352104" y="0"/>
                </a:lnTo>
                <a:lnTo>
                  <a:pt x="2352104" y="3302900"/>
                </a:lnTo>
                <a:lnTo>
                  <a:pt x="0" y="3302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73" b="-273"/>
            </a:stretch>
          </a:blipFill>
          <a:ln>
            <a:noFill/>
          </a:ln>
        </p:spPr>
      </p:sp>
      <p:sp>
        <p:nvSpPr>
          <p:cNvPr id="654" name="Google Shape;654;p29"/>
          <p:cNvSpPr/>
          <p:nvPr/>
        </p:nvSpPr>
        <p:spPr>
          <a:xfrm>
            <a:off x="1275685" y="2503666"/>
            <a:ext cx="2359819" cy="3324606"/>
          </a:xfrm>
          <a:custGeom>
            <a:avLst/>
            <a:gdLst/>
            <a:ahLst/>
            <a:cxnLst/>
            <a:rect l="l" t="t" r="r" b="b"/>
            <a:pathLst>
              <a:path w="3146425" h="4432808" extrusionOk="0">
                <a:moveTo>
                  <a:pt x="9906" y="4412996"/>
                </a:moveTo>
                <a:lnTo>
                  <a:pt x="3136519" y="4412996"/>
                </a:lnTo>
                <a:lnTo>
                  <a:pt x="3136519" y="4422902"/>
                </a:lnTo>
                <a:lnTo>
                  <a:pt x="3126613" y="4422902"/>
                </a:lnTo>
                <a:lnTo>
                  <a:pt x="3126613" y="9906"/>
                </a:lnTo>
                <a:lnTo>
                  <a:pt x="3136519" y="9906"/>
                </a:lnTo>
                <a:lnTo>
                  <a:pt x="3136519" y="19812"/>
                </a:lnTo>
                <a:lnTo>
                  <a:pt x="9906" y="19812"/>
                </a:lnTo>
                <a:lnTo>
                  <a:pt x="9906" y="9906"/>
                </a:lnTo>
                <a:lnTo>
                  <a:pt x="19812" y="9906"/>
                </a:lnTo>
                <a:lnTo>
                  <a:pt x="19812" y="4422902"/>
                </a:lnTo>
                <a:lnTo>
                  <a:pt x="9906" y="4422902"/>
                </a:lnTo>
                <a:lnTo>
                  <a:pt x="9906" y="4412996"/>
                </a:lnTo>
                <a:moveTo>
                  <a:pt x="9906" y="4432808"/>
                </a:moveTo>
                <a:cubicBezTo>
                  <a:pt x="4445" y="4432808"/>
                  <a:pt x="0" y="4428363"/>
                  <a:pt x="0" y="4422902"/>
                </a:cubicBezTo>
                <a:lnTo>
                  <a:pt x="0" y="9906"/>
                </a:lnTo>
                <a:cubicBezTo>
                  <a:pt x="0" y="4445"/>
                  <a:pt x="4445" y="0"/>
                  <a:pt x="9906" y="0"/>
                </a:cubicBezTo>
                <a:lnTo>
                  <a:pt x="3136519" y="0"/>
                </a:lnTo>
                <a:cubicBezTo>
                  <a:pt x="3141980" y="0"/>
                  <a:pt x="3146425" y="4445"/>
                  <a:pt x="3146425" y="9906"/>
                </a:cubicBezTo>
                <a:lnTo>
                  <a:pt x="3146425" y="4422902"/>
                </a:lnTo>
                <a:cubicBezTo>
                  <a:pt x="3146425" y="4428363"/>
                  <a:pt x="3141980" y="4432808"/>
                  <a:pt x="3136519" y="4432808"/>
                </a:cubicBezTo>
                <a:lnTo>
                  <a:pt x="9906" y="4432808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9"/>
          <p:cNvSpPr/>
          <p:nvPr/>
        </p:nvSpPr>
        <p:spPr>
          <a:xfrm>
            <a:off x="9945266" y="6182954"/>
            <a:ext cx="2360866" cy="3324606"/>
          </a:xfrm>
          <a:custGeom>
            <a:avLst/>
            <a:gdLst/>
            <a:ahLst/>
            <a:cxnLst/>
            <a:rect l="l" t="t" r="r" b="b"/>
            <a:pathLst>
              <a:path w="3147822" h="4432808" extrusionOk="0">
                <a:moveTo>
                  <a:pt x="9906" y="4412996"/>
                </a:moveTo>
                <a:lnTo>
                  <a:pt x="3137916" y="4412996"/>
                </a:lnTo>
                <a:lnTo>
                  <a:pt x="3137916" y="4422902"/>
                </a:lnTo>
                <a:lnTo>
                  <a:pt x="3128010" y="4422902"/>
                </a:lnTo>
                <a:lnTo>
                  <a:pt x="3128010" y="9906"/>
                </a:lnTo>
                <a:lnTo>
                  <a:pt x="3137916" y="9906"/>
                </a:lnTo>
                <a:lnTo>
                  <a:pt x="3137916" y="19812"/>
                </a:lnTo>
                <a:lnTo>
                  <a:pt x="9906" y="19812"/>
                </a:lnTo>
                <a:lnTo>
                  <a:pt x="9906" y="9906"/>
                </a:lnTo>
                <a:lnTo>
                  <a:pt x="19812" y="9906"/>
                </a:lnTo>
                <a:lnTo>
                  <a:pt x="19812" y="4422902"/>
                </a:lnTo>
                <a:lnTo>
                  <a:pt x="9906" y="4422902"/>
                </a:lnTo>
                <a:lnTo>
                  <a:pt x="9906" y="4412996"/>
                </a:lnTo>
                <a:moveTo>
                  <a:pt x="9906" y="4432808"/>
                </a:moveTo>
                <a:cubicBezTo>
                  <a:pt x="4445" y="4432808"/>
                  <a:pt x="0" y="4428363"/>
                  <a:pt x="0" y="4422902"/>
                </a:cubicBezTo>
                <a:lnTo>
                  <a:pt x="0" y="9906"/>
                </a:lnTo>
                <a:cubicBezTo>
                  <a:pt x="0" y="4445"/>
                  <a:pt x="4445" y="0"/>
                  <a:pt x="9906" y="0"/>
                </a:cubicBezTo>
                <a:lnTo>
                  <a:pt x="3137916" y="0"/>
                </a:lnTo>
                <a:cubicBezTo>
                  <a:pt x="3143377" y="0"/>
                  <a:pt x="3147822" y="4445"/>
                  <a:pt x="3147822" y="9906"/>
                </a:cubicBezTo>
                <a:lnTo>
                  <a:pt x="3147822" y="4422902"/>
                </a:lnTo>
                <a:cubicBezTo>
                  <a:pt x="3147822" y="4428363"/>
                  <a:pt x="3143377" y="4432808"/>
                  <a:pt x="3137916" y="4432808"/>
                </a:cubicBezTo>
                <a:lnTo>
                  <a:pt x="9906" y="4432808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9"/>
          <p:cNvSpPr/>
          <p:nvPr/>
        </p:nvSpPr>
        <p:spPr>
          <a:xfrm>
            <a:off x="1274175" y="6211753"/>
            <a:ext cx="2358675" cy="3324606"/>
          </a:xfrm>
          <a:custGeom>
            <a:avLst/>
            <a:gdLst/>
            <a:ahLst/>
            <a:cxnLst/>
            <a:rect l="l" t="t" r="r" b="b"/>
            <a:pathLst>
              <a:path w="3144901" h="4432808" extrusionOk="0">
                <a:moveTo>
                  <a:pt x="9906" y="4412996"/>
                </a:moveTo>
                <a:lnTo>
                  <a:pt x="3134995" y="4412996"/>
                </a:lnTo>
                <a:lnTo>
                  <a:pt x="3134995" y="4422902"/>
                </a:lnTo>
                <a:lnTo>
                  <a:pt x="3125089" y="4422902"/>
                </a:lnTo>
                <a:lnTo>
                  <a:pt x="3125089" y="9906"/>
                </a:lnTo>
                <a:lnTo>
                  <a:pt x="3134995" y="9906"/>
                </a:lnTo>
                <a:lnTo>
                  <a:pt x="3134995" y="19812"/>
                </a:lnTo>
                <a:lnTo>
                  <a:pt x="9906" y="19812"/>
                </a:lnTo>
                <a:lnTo>
                  <a:pt x="9906" y="9906"/>
                </a:lnTo>
                <a:lnTo>
                  <a:pt x="19812" y="9906"/>
                </a:lnTo>
                <a:lnTo>
                  <a:pt x="19812" y="4422902"/>
                </a:lnTo>
                <a:lnTo>
                  <a:pt x="9906" y="4422902"/>
                </a:lnTo>
                <a:lnTo>
                  <a:pt x="9906" y="4412996"/>
                </a:lnTo>
                <a:moveTo>
                  <a:pt x="9906" y="4432808"/>
                </a:moveTo>
                <a:cubicBezTo>
                  <a:pt x="4445" y="4432808"/>
                  <a:pt x="0" y="4428363"/>
                  <a:pt x="0" y="4422902"/>
                </a:cubicBezTo>
                <a:lnTo>
                  <a:pt x="0" y="9906"/>
                </a:lnTo>
                <a:cubicBezTo>
                  <a:pt x="0" y="4445"/>
                  <a:pt x="4445" y="0"/>
                  <a:pt x="9906" y="0"/>
                </a:cubicBezTo>
                <a:lnTo>
                  <a:pt x="3134995" y="0"/>
                </a:lnTo>
                <a:cubicBezTo>
                  <a:pt x="3140456" y="0"/>
                  <a:pt x="3144901" y="4445"/>
                  <a:pt x="3144901" y="9906"/>
                </a:cubicBezTo>
                <a:lnTo>
                  <a:pt x="3144901" y="4422902"/>
                </a:lnTo>
                <a:cubicBezTo>
                  <a:pt x="3144901" y="4428363"/>
                  <a:pt x="3140456" y="4432808"/>
                  <a:pt x="3134995" y="4432808"/>
                </a:cubicBezTo>
                <a:lnTo>
                  <a:pt x="9906" y="4432808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9"/>
          <p:cNvSpPr/>
          <p:nvPr/>
        </p:nvSpPr>
        <p:spPr>
          <a:xfrm>
            <a:off x="4198765" y="6212863"/>
            <a:ext cx="2397442" cy="3323463"/>
          </a:xfrm>
          <a:custGeom>
            <a:avLst/>
            <a:gdLst/>
            <a:ahLst/>
            <a:cxnLst/>
            <a:rect l="l" t="t" r="r" b="b"/>
            <a:pathLst>
              <a:path w="3196590" h="4431284" extrusionOk="0">
                <a:moveTo>
                  <a:pt x="9906" y="4411472"/>
                </a:moveTo>
                <a:lnTo>
                  <a:pt x="3186684" y="4411472"/>
                </a:lnTo>
                <a:lnTo>
                  <a:pt x="3186684" y="4421378"/>
                </a:lnTo>
                <a:lnTo>
                  <a:pt x="3176778" y="4421378"/>
                </a:lnTo>
                <a:lnTo>
                  <a:pt x="3176778" y="9906"/>
                </a:lnTo>
                <a:lnTo>
                  <a:pt x="3186684" y="9906"/>
                </a:lnTo>
                <a:lnTo>
                  <a:pt x="3186684" y="19812"/>
                </a:lnTo>
                <a:lnTo>
                  <a:pt x="9906" y="19812"/>
                </a:lnTo>
                <a:lnTo>
                  <a:pt x="9906" y="9906"/>
                </a:lnTo>
                <a:lnTo>
                  <a:pt x="19812" y="9906"/>
                </a:lnTo>
                <a:lnTo>
                  <a:pt x="19812" y="4421378"/>
                </a:lnTo>
                <a:lnTo>
                  <a:pt x="9906" y="4421378"/>
                </a:lnTo>
                <a:lnTo>
                  <a:pt x="9906" y="4411472"/>
                </a:lnTo>
                <a:moveTo>
                  <a:pt x="9906" y="4431284"/>
                </a:moveTo>
                <a:cubicBezTo>
                  <a:pt x="4445" y="4431284"/>
                  <a:pt x="0" y="4426839"/>
                  <a:pt x="0" y="4421378"/>
                </a:cubicBezTo>
                <a:lnTo>
                  <a:pt x="0" y="9906"/>
                </a:lnTo>
                <a:cubicBezTo>
                  <a:pt x="0" y="4445"/>
                  <a:pt x="4445" y="0"/>
                  <a:pt x="9906" y="0"/>
                </a:cubicBezTo>
                <a:lnTo>
                  <a:pt x="3186684" y="0"/>
                </a:lnTo>
                <a:cubicBezTo>
                  <a:pt x="3192145" y="0"/>
                  <a:pt x="3196590" y="4445"/>
                  <a:pt x="3196590" y="9906"/>
                </a:cubicBezTo>
                <a:lnTo>
                  <a:pt x="3196590" y="4421378"/>
                </a:lnTo>
                <a:cubicBezTo>
                  <a:pt x="3196590" y="4426839"/>
                  <a:pt x="3192145" y="4431284"/>
                  <a:pt x="3186684" y="4431284"/>
                </a:cubicBezTo>
                <a:lnTo>
                  <a:pt x="9906" y="4431284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9"/>
          <p:cNvSpPr/>
          <p:nvPr/>
        </p:nvSpPr>
        <p:spPr>
          <a:xfrm>
            <a:off x="6975333" y="6100838"/>
            <a:ext cx="2533841" cy="3491675"/>
          </a:xfrm>
          <a:custGeom>
            <a:avLst/>
            <a:gdLst/>
            <a:ahLst/>
            <a:cxnLst/>
            <a:rect l="l" t="t" r="r" b="b"/>
            <a:pathLst>
              <a:path w="3378454" h="4655566" extrusionOk="0">
                <a:moveTo>
                  <a:pt x="221996" y="0"/>
                </a:moveTo>
                <a:lnTo>
                  <a:pt x="0" y="4499864"/>
                </a:lnTo>
                <a:lnTo>
                  <a:pt x="3156585" y="4655566"/>
                </a:lnTo>
                <a:lnTo>
                  <a:pt x="3378454" y="155575"/>
                </a:lnTo>
                <a:lnTo>
                  <a:pt x="221996" y="0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</p:sp>
      <p:sp>
        <p:nvSpPr>
          <p:cNvPr id="659" name="Google Shape;659;p29"/>
          <p:cNvSpPr/>
          <p:nvPr/>
        </p:nvSpPr>
        <p:spPr>
          <a:xfrm>
            <a:off x="7093854" y="6199975"/>
            <a:ext cx="2327221" cy="3312735"/>
          </a:xfrm>
          <a:custGeom>
            <a:avLst/>
            <a:gdLst/>
            <a:ahLst/>
            <a:cxnLst/>
            <a:rect l="l" t="t" r="r" b="b"/>
            <a:pathLst>
              <a:path w="2327221" h="3312735" extrusionOk="0">
                <a:moveTo>
                  <a:pt x="0" y="0"/>
                </a:moveTo>
                <a:lnTo>
                  <a:pt x="2327221" y="0"/>
                </a:lnTo>
                <a:lnTo>
                  <a:pt x="2327221" y="3312735"/>
                </a:lnTo>
                <a:lnTo>
                  <a:pt x="0" y="3312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78" r="-278"/>
            </a:stretch>
          </a:blipFill>
          <a:ln>
            <a:noFill/>
          </a:ln>
        </p:spPr>
      </p:sp>
      <p:sp>
        <p:nvSpPr>
          <p:cNvPr id="660" name="Google Shape;660;p29"/>
          <p:cNvSpPr/>
          <p:nvPr/>
        </p:nvSpPr>
        <p:spPr>
          <a:xfrm>
            <a:off x="7079454" y="6185575"/>
            <a:ext cx="2356485" cy="3323463"/>
          </a:xfrm>
          <a:custGeom>
            <a:avLst/>
            <a:gdLst/>
            <a:ahLst/>
            <a:cxnLst/>
            <a:rect l="l" t="t" r="r" b="b"/>
            <a:pathLst>
              <a:path w="3141980" h="4431284" extrusionOk="0">
                <a:moveTo>
                  <a:pt x="9906" y="4411472"/>
                </a:moveTo>
                <a:lnTo>
                  <a:pt x="3132074" y="4411472"/>
                </a:lnTo>
                <a:lnTo>
                  <a:pt x="3132074" y="4421378"/>
                </a:lnTo>
                <a:lnTo>
                  <a:pt x="3122168" y="4421378"/>
                </a:lnTo>
                <a:lnTo>
                  <a:pt x="3122168" y="9906"/>
                </a:lnTo>
                <a:lnTo>
                  <a:pt x="3132074" y="9906"/>
                </a:lnTo>
                <a:lnTo>
                  <a:pt x="3132074" y="19812"/>
                </a:lnTo>
                <a:lnTo>
                  <a:pt x="9906" y="19812"/>
                </a:lnTo>
                <a:lnTo>
                  <a:pt x="9906" y="9906"/>
                </a:lnTo>
                <a:lnTo>
                  <a:pt x="19812" y="9906"/>
                </a:lnTo>
                <a:lnTo>
                  <a:pt x="19812" y="4421378"/>
                </a:lnTo>
                <a:lnTo>
                  <a:pt x="9906" y="4421378"/>
                </a:lnTo>
                <a:lnTo>
                  <a:pt x="9906" y="4411472"/>
                </a:lnTo>
                <a:moveTo>
                  <a:pt x="9906" y="4431284"/>
                </a:moveTo>
                <a:cubicBezTo>
                  <a:pt x="4445" y="4431284"/>
                  <a:pt x="0" y="4426839"/>
                  <a:pt x="0" y="4421378"/>
                </a:cubicBezTo>
                <a:lnTo>
                  <a:pt x="0" y="9906"/>
                </a:lnTo>
                <a:cubicBezTo>
                  <a:pt x="0" y="4445"/>
                  <a:pt x="4445" y="0"/>
                  <a:pt x="9906" y="0"/>
                </a:cubicBezTo>
                <a:lnTo>
                  <a:pt x="3132074" y="0"/>
                </a:lnTo>
                <a:cubicBezTo>
                  <a:pt x="3137535" y="0"/>
                  <a:pt x="3141980" y="4445"/>
                  <a:pt x="3141980" y="9906"/>
                </a:cubicBezTo>
                <a:lnTo>
                  <a:pt x="3141980" y="4421378"/>
                </a:lnTo>
                <a:cubicBezTo>
                  <a:pt x="3141980" y="4426839"/>
                  <a:pt x="3137535" y="4431284"/>
                  <a:pt x="3132074" y="4431284"/>
                </a:cubicBezTo>
                <a:lnTo>
                  <a:pt x="9906" y="4431284"/>
                </a:lnTo>
                <a:close/>
              </a:path>
            </a:pathLst>
          </a:custGeom>
          <a:solidFill>
            <a:srgbClr val="C0C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9"/>
          <p:cNvSpPr/>
          <p:nvPr/>
        </p:nvSpPr>
        <p:spPr>
          <a:xfrm>
            <a:off x="6975333" y="2391792"/>
            <a:ext cx="2533804" cy="3491943"/>
          </a:xfrm>
          <a:custGeom>
            <a:avLst/>
            <a:gdLst/>
            <a:ahLst/>
            <a:cxnLst/>
            <a:rect l="l" t="t" r="r" b="b"/>
            <a:pathLst>
              <a:path w="2533804" h="3491943" extrusionOk="0">
                <a:moveTo>
                  <a:pt x="0" y="0"/>
                </a:moveTo>
                <a:lnTo>
                  <a:pt x="2533804" y="0"/>
                </a:lnTo>
                <a:lnTo>
                  <a:pt x="2533804" y="3491943"/>
                </a:lnTo>
                <a:lnTo>
                  <a:pt x="0" y="3491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62" name="Google Shape;662;p29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663" name="Google Shape;663;p29"/>
          <p:cNvSpPr txBox="1"/>
          <p:nvPr/>
        </p:nvSpPr>
        <p:spPr>
          <a:xfrm>
            <a:off x="2588235" y="727488"/>
            <a:ext cx="15699763" cy="90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МЫ ПРИЗНАТЕЛЬНЫ ЗА ДОВЕРИЕ</a:t>
            </a:r>
            <a:endParaRPr/>
          </a:p>
        </p:txBody>
      </p:sp>
      <p:sp>
        <p:nvSpPr>
          <p:cNvPr id="664" name="Google Shape;664;p29"/>
          <p:cNvSpPr/>
          <p:nvPr/>
        </p:nvSpPr>
        <p:spPr>
          <a:xfrm>
            <a:off x="14073324" y="3044072"/>
            <a:ext cx="2471269" cy="394824"/>
          </a:xfrm>
          <a:custGeom>
            <a:avLst/>
            <a:gdLst/>
            <a:ahLst/>
            <a:cxnLst/>
            <a:rect l="l" t="t" r="r" b="b"/>
            <a:pathLst>
              <a:path w="2471269" h="394824" extrusionOk="0">
                <a:moveTo>
                  <a:pt x="0" y="0"/>
                </a:moveTo>
                <a:lnTo>
                  <a:pt x="2471269" y="0"/>
                </a:lnTo>
                <a:lnTo>
                  <a:pt x="2471269" y="394824"/>
                </a:lnTo>
                <a:lnTo>
                  <a:pt x="0" y="394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65" name="Google Shape;665;p29" descr="Логотип Газпром нефть / Энергетика и ресурсы / TopLogos.ru"/>
          <p:cNvSpPr/>
          <p:nvPr/>
        </p:nvSpPr>
        <p:spPr>
          <a:xfrm>
            <a:off x="15890415" y="3615514"/>
            <a:ext cx="1534464" cy="793406"/>
          </a:xfrm>
          <a:custGeom>
            <a:avLst/>
            <a:gdLst/>
            <a:ahLst/>
            <a:cxnLst/>
            <a:rect l="l" t="t" r="r" b="b"/>
            <a:pathLst>
              <a:path w="1534464" h="793406" extrusionOk="0">
                <a:moveTo>
                  <a:pt x="0" y="0"/>
                </a:moveTo>
                <a:lnTo>
                  <a:pt x="1534464" y="0"/>
                </a:lnTo>
                <a:lnTo>
                  <a:pt x="1534464" y="793406"/>
                </a:lnTo>
                <a:lnTo>
                  <a:pt x="0" y="793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r="-11"/>
            </a:stretch>
          </a:blipFill>
          <a:ln>
            <a:noFill/>
          </a:ln>
        </p:spPr>
      </p:sp>
      <p:sp>
        <p:nvSpPr>
          <p:cNvPr id="666" name="Google Shape;666;p29"/>
          <p:cNvSpPr/>
          <p:nvPr/>
        </p:nvSpPr>
        <p:spPr>
          <a:xfrm>
            <a:off x="14181177" y="7223716"/>
            <a:ext cx="1219680" cy="945283"/>
          </a:xfrm>
          <a:custGeom>
            <a:avLst/>
            <a:gdLst/>
            <a:ahLst/>
            <a:cxnLst/>
            <a:rect l="l" t="t" r="r" b="b"/>
            <a:pathLst>
              <a:path w="1219680" h="945283" extrusionOk="0">
                <a:moveTo>
                  <a:pt x="0" y="0"/>
                </a:moveTo>
                <a:lnTo>
                  <a:pt x="1219680" y="0"/>
                </a:lnTo>
                <a:lnTo>
                  <a:pt x="1219680" y="945284"/>
                </a:lnTo>
                <a:lnTo>
                  <a:pt x="0" y="945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r="-3"/>
            </a:stretch>
          </a:blipFill>
          <a:ln>
            <a:noFill/>
          </a:ln>
        </p:spPr>
      </p:sp>
      <p:sp>
        <p:nvSpPr>
          <p:cNvPr id="667" name="Google Shape;667;p29"/>
          <p:cNvSpPr/>
          <p:nvPr/>
        </p:nvSpPr>
        <p:spPr>
          <a:xfrm>
            <a:off x="16331220" y="6710294"/>
            <a:ext cx="1033411" cy="900068"/>
          </a:xfrm>
          <a:custGeom>
            <a:avLst/>
            <a:gdLst/>
            <a:ahLst/>
            <a:cxnLst/>
            <a:rect l="l" t="t" r="r" b="b"/>
            <a:pathLst>
              <a:path w="1033411" h="900068" extrusionOk="0">
                <a:moveTo>
                  <a:pt x="0" y="0"/>
                </a:moveTo>
                <a:lnTo>
                  <a:pt x="1033412" y="0"/>
                </a:lnTo>
                <a:lnTo>
                  <a:pt x="1033412" y="900067"/>
                </a:lnTo>
                <a:lnTo>
                  <a:pt x="0" y="90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t="-152" b="-152"/>
            </a:stretch>
          </a:blipFill>
          <a:ln>
            <a:noFill/>
          </a:ln>
        </p:spPr>
      </p:sp>
      <p:sp>
        <p:nvSpPr>
          <p:cNvPr id="668" name="Google Shape;668;p29" descr="BELUGA GROUP — крупнейшая российская алкогольная компания"/>
          <p:cNvSpPr/>
          <p:nvPr/>
        </p:nvSpPr>
        <p:spPr>
          <a:xfrm>
            <a:off x="13692012" y="4129606"/>
            <a:ext cx="1397919" cy="782052"/>
          </a:xfrm>
          <a:custGeom>
            <a:avLst/>
            <a:gdLst/>
            <a:ahLst/>
            <a:cxnLst/>
            <a:rect l="l" t="t" r="r" b="b"/>
            <a:pathLst>
              <a:path w="1397919" h="782052" extrusionOk="0">
                <a:moveTo>
                  <a:pt x="0" y="0"/>
                </a:moveTo>
                <a:lnTo>
                  <a:pt x="1397919" y="0"/>
                </a:lnTo>
                <a:lnTo>
                  <a:pt x="1397919" y="782052"/>
                </a:lnTo>
                <a:lnTo>
                  <a:pt x="0" y="782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69" name="Google Shape;669;p29" descr="Логотип «ВкусВилла»"/>
          <p:cNvSpPr/>
          <p:nvPr/>
        </p:nvSpPr>
        <p:spPr>
          <a:xfrm>
            <a:off x="15212876" y="8368928"/>
            <a:ext cx="1687911" cy="607470"/>
          </a:xfrm>
          <a:custGeom>
            <a:avLst/>
            <a:gdLst/>
            <a:ahLst/>
            <a:cxnLst/>
            <a:rect l="l" t="t" r="r" b="b"/>
            <a:pathLst>
              <a:path w="1687911" h="607470" extrusionOk="0">
                <a:moveTo>
                  <a:pt x="0" y="0"/>
                </a:moveTo>
                <a:lnTo>
                  <a:pt x="1687910" y="0"/>
                </a:lnTo>
                <a:lnTo>
                  <a:pt x="1687910" y="607470"/>
                </a:lnTo>
                <a:lnTo>
                  <a:pt x="0" y="607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-13"/>
            </a:stretch>
          </a:blipFill>
          <a:ln>
            <a:noFill/>
          </a:ln>
        </p:spPr>
      </p:sp>
      <p:sp>
        <p:nvSpPr>
          <p:cNvPr id="670" name="Google Shape;670;p29" descr="Лента Сеть розничной торговли"/>
          <p:cNvSpPr/>
          <p:nvPr/>
        </p:nvSpPr>
        <p:spPr>
          <a:xfrm>
            <a:off x="13654504" y="6273678"/>
            <a:ext cx="2246608" cy="564872"/>
          </a:xfrm>
          <a:custGeom>
            <a:avLst/>
            <a:gdLst/>
            <a:ahLst/>
            <a:cxnLst/>
            <a:rect l="l" t="t" r="r" b="b"/>
            <a:pathLst>
              <a:path w="2246608" h="564872" extrusionOk="0">
                <a:moveTo>
                  <a:pt x="0" y="0"/>
                </a:moveTo>
                <a:lnTo>
                  <a:pt x="2246609" y="0"/>
                </a:lnTo>
                <a:lnTo>
                  <a:pt x="2246609" y="564872"/>
                </a:lnTo>
                <a:lnTo>
                  <a:pt x="0" y="564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r="-7"/>
            </a:stretch>
          </a:blipFill>
          <a:ln>
            <a:noFill/>
          </a:ln>
        </p:spPr>
      </p:sp>
      <p:sp>
        <p:nvSpPr>
          <p:cNvPr id="671" name="Google Shape;671;p29"/>
          <p:cNvSpPr/>
          <p:nvPr/>
        </p:nvSpPr>
        <p:spPr>
          <a:xfrm>
            <a:off x="14777808" y="5310102"/>
            <a:ext cx="2449737" cy="461879"/>
          </a:xfrm>
          <a:custGeom>
            <a:avLst/>
            <a:gdLst/>
            <a:ahLst/>
            <a:cxnLst/>
            <a:rect l="l" t="t" r="r" b="b"/>
            <a:pathLst>
              <a:path w="2449737" h="461879" extrusionOk="0">
                <a:moveTo>
                  <a:pt x="0" y="0"/>
                </a:moveTo>
                <a:lnTo>
                  <a:pt x="2449737" y="0"/>
                </a:lnTo>
                <a:lnTo>
                  <a:pt x="2449737" y="461879"/>
                </a:lnTo>
                <a:lnTo>
                  <a:pt x="0" y="461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r="-34"/>
            </a:stretch>
          </a:blipFill>
          <a:ln>
            <a:noFill/>
          </a:ln>
        </p:spPr>
      </p:sp>
      <p:sp>
        <p:nvSpPr>
          <p:cNvPr id="672" name="Google Shape;672;p29"/>
          <p:cNvSpPr/>
          <p:nvPr/>
        </p:nvSpPr>
        <p:spPr>
          <a:xfrm>
            <a:off x="1275501" y="6209804"/>
            <a:ext cx="2352882" cy="3330087"/>
          </a:xfrm>
          <a:custGeom>
            <a:avLst/>
            <a:gdLst/>
            <a:ahLst/>
            <a:cxnLst/>
            <a:rect l="l" t="t" r="r" b="b"/>
            <a:pathLst>
              <a:path w="2352882" h="3330087" extrusionOk="0">
                <a:moveTo>
                  <a:pt x="0" y="0"/>
                </a:moveTo>
                <a:lnTo>
                  <a:pt x="2352882" y="0"/>
                </a:lnTo>
                <a:lnTo>
                  <a:pt x="2352882" y="3330086"/>
                </a:lnTo>
                <a:lnTo>
                  <a:pt x="0" y="33300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73" name="Google Shape;673;p29"/>
          <p:cNvSpPr/>
          <p:nvPr/>
        </p:nvSpPr>
        <p:spPr>
          <a:xfrm>
            <a:off x="4214676" y="6192774"/>
            <a:ext cx="2383344" cy="3371276"/>
          </a:xfrm>
          <a:custGeom>
            <a:avLst/>
            <a:gdLst/>
            <a:ahLst/>
            <a:cxnLst/>
            <a:rect l="l" t="t" r="r" b="b"/>
            <a:pathLst>
              <a:path w="2383344" h="3371276" extrusionOk="0">
                <a:moveTo>
                  <a:pt x="0" y="0"/>
                </a:moveTo>
                <a:lnTo>
                  <a:pt x="2383344" y="0"/>
                </a:lnTo>
                <a:lnTo>
                  <a:pt x="2383344" y="3371276"/>
                </a:lnTo>
                <a:lnTo>
                  <a:pt x="0" y="3371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74" name="Google Shape;674;p29"/>
          <p:cNvSpPr/>
          <p:nvPr/>
        </p:nvSpPr>
        <p:spPr>
          <a:xfrm>
            <a:off x="9956295" y="6199974"/>
            <a:ext cx="2345499" cy="3317745"/>
          </a:xfrm>
          <a:custGeom>
            <a:avLst/>
            <a:gdLst/>
            <a:ahLst/>
            <a:cxnLst/>
            <a:rect l="l" t="t" r="r" b="b"/>
            <a:pathLst>
              <a:path w="2345499" h="3317745" extrusionOk="0">
                <a:moveTo>
                  <a:pt x="0" y="0"/>
                </a:moveTo>
                <a:lnTo>
                  <a:pt x="2345499" y="0"/>
                </a:lnTo>
                <a:lnTo>
                  <a:pt x="2345499" y="3317745"/>
                </a:lnTo>
                <a:lnTo>
                  <a:pt x="0" y="3317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75" name="Google Shape;675;p29"/>
          <p:cNvSpPr/>
          <p:nvPr/>
        </p:nvSpPr>
        <p:spPr>
          <a:xfrm>
            <a:off x="4207478" y="2510867"/>
            <a:ext cx="2345499" cy="3317745"/>
          </a:xfrm>
          <a:custGeom>
            <a:avLst/>
            <a:gdLst/>
            <a:ahLst/>
            <a:cxnLst/>
            <a:rect l="l" t="t" r="r" b="b"/>
            <a:pathLst>
              <a:path w="2345499" h="3317745" extrusionOk="0">
                <a:moveTo>
                  <a:pt x="0" y="0"/>
                </a:moveTo>
                <a:lnTo>
                  <a:pt x="2345498" y="0"/>
                </a:lnTo>
                <a:lnTo>
                  <a:pt x="2345498" y="3317745"/>
                </a:lnTo>
                <a:lnTo>
                  <a:pt x="0" y="3317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76" name="Google Shape;676;p29"/>
          <p:cNvSpPr/>
          <p:nvPr/>
        </p:nvSpPr>
        <p:spPr>
          <a:xfrm>
            <a:off x="7067825" y="2486846"/>
            <a:ext cx="2342730" cy="3306243"/>
          </a:xfrm>
          <a:custGeom>
            <a:avLst/>
            <a:gdLst/>
            <a:ahLst/>
            <a:cxnLst/>
            <a:rect l="l" t="t" r="r" b="b"/>
            <a:pathLst>
              <a:path w="2342730" h="3306243" extrusionOk="0">
                <a:moveTo>
                  <a:pt x="0" y="0"/>
                </a:moveTo>
                <a:lnTo>
                  <a:pt x="2342729" y="0"/>
                </a:lnTo>
                <a:lnTo>
                  <a:pt x="2342729" y="3306242"/>
                </a:lnTo>
                <a:lnTo>
                  <a:pt x="0" y="3306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t="-111" b="-111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0"/>
          <p:cNvSpPr/>
          <p:nvPr/>
        </p:nvSpPr>
        <p:spPr>
          <a:xfrm>
            <a:off x="15434349" y="2885148"/>
            <a:ext cx="16392907" cy="5754243"/>
          </a:xfrm>
          <a:custGeom>
            <a:avLst/>
            <a:gdLst/>
            <a:ahLst/>
            <a:cxnLst/>
            <a:rect l="l" t="t" r="r" b="b"/>
            <a:pathLst>
              <a:path w="21857208" h="7672324" extrusionOk="0">
                <a:moveTo>
                  <a:pt x="0" y="3836162"/>
                </a:moveTo>
                <a:cubicBezTo>
                  <a:pt x="0" y="1717548"/>
                  <a:pt x="1717548" y="0"/>
                  <a:pt x="3836162" y="0"/>
                </a:cubicBezTo>
                <a:lnTo>
                  <a:pt x="18021046" y="0"/>
                </a:lnTo>
                <a:cubicBezTo>
                  <a:pt x="20139661" y="0"/>
                  <a:pt x="21857208" y="1717548"/>
                  <a:pt x="21857208" y="3836162"/>
                </a:cubicBezTo>
                <a:cubicBezTo>
                  <a:pt x="21857208" y="5954776"/>
                  <a:pt x="20139661" y="7672324"/>
                  <a:pt x="18021046" y="7672324"/>
                </a:cubicBezTo>
                <a:lnTo>
                  <a:pt x="3836162" y="7672324"/>
                </a:lnTo>
                <a:cubicBezTo>
                  <a:pt x="1717548" y="7672324"/>
                  <a:pt x="0" y="5954903"/>
                  <a:pt x="0" y="3836162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30"/>
          <p:cNvSpPr/>
          <p:nvPr/>
        </p:nvSpPr>
        <p:spPr>
          <a:xfrm>
            <a:off x="15141416" y="2590658"/>
            <a:ext cx="16027146" cy="6434519"/>
          </a:xfrm>
          <a:custGeom>
            <a:avLst/>
            <a:gdLst/>
            <a:ahLst/>
            <a:cxnLst/>
            <a:rect l="l" t="t" r="r" b="b"/>
            <a:pathLst>
              <a:path w="21369528" h="8579358" extrusionOk="0">
                <a:moveTo>
                  <a:pt x="8382" y="3970909"/>
                </a:moveTo>
                <a:cubicBezTo>
                  <a:pt x="10795" y="3932555"/>
                  <a:pt x="13716" y="3894455"/>
                  <a:pt x="17145" y="3856482"/>
                </a:cubicBezTo>
                <a:lnTo>
                  <a:pt x="55118" y="3859911"/>
                </a:lnTo>
                <a:cubicBezTo>
                  <a:pt x="51689" y="3897630"/>
                  <a:pt x="48895" y="3935349"/>
                  <a:pt x="46482" y="3973322"/>
                </a:cubicBezTo>
                <a:close/>
                <a:moveTo>
                  <a:pt x="71628" y="3706622"/>
                </a:moveTo>
                <a:cubicBezTo>
                  <a:pt x="76454" y="3668649"/>
                  <a:pt x="81661" y="3630803"/>
                  <a:pt x="87503" y="3593084"/>
                </a:cubicBezTo>
                <a:lnTo>
                  <a:pt x="125222" y="3598926"/>
                </a:lnTo>
                <a:cubicBezTo>
                  <a:pt x="119507" y="3636264"/>
                  <a:pt x="114173" y="3673729"/>
                  <a:pt x="109474" y="3711321"/>
                </a:cubicBezTo>
                <a:close/>
                <a:moveTo>
                  <a:pt x="151384" y="3446780"/>
                </a:moveTo>
                <a:cubicBezTo>
                  <a:pt x="158623" y="3409061"/>
                  <a:pt x="166243" y="3371596"/>
                  <a:pt x="174498" y="3334385"/>
                </a:cubicBezTo>
                <a:lnTo>
                  <a:pt x="211709" y="3342513"/>
                </a:lnTo>
                <a:cubicBezTo>
                  <a:pt x="203581" y="3379470"/>
                  <a:pt x="195961" y="3416681"/>
                  <a:pt x="188849" y="3453892"/>
                </a:cubicBezTo>
                <a:close/>
                <a:moveTo>
                  <a:pt x="247523" y="3192653"/>
                </a:moveTo>
                <a:cubicBezTo>
                  <a:pt x="257175" y="3155442"/>
                  <a:pt x="267208" y="3118485"/>
                  <a:pt x="277749" y="3081782"/>
                </a:cubicBezTo>
                <a:lnTo>
                  <a:pt x="314325" y="3092323"/>
                </a:lnTo>
                <a:cubicBezTo>
                  <a:pt x="303784" y="3128772"/>
                  <a:pt x="293878" y="3165348"/>
                  <a:pt x="284353" y="3202178"/>
                </a:cubicBezTo>
                <a:close/>
                <a:moveTo>
                  <a:pt x="359664" y="2945003"/>
                </a:moveTo>
                <a:cubicBezTo>
                  <a:pt x="371602" y="2908554"/>
                  <a:pt x="384048" y="2872359"/>
                  <a:pt x="396875" y="2836418"/>
                </a:cubicBezTo>
                <a:lnTo>
                  <a:pt x="432689" y="2849245"/>
                </a:lnTo>
                <a:cubicBezTo>
                  <a:pt x="419862" y="2884932"/>
                  <a:pt x="407670" y="2920746"/>
                  <a:pt x="395859" y="2956814"/>
                </a:cubicBezTo>
                <a:close/>
                <a:moveTo>
                  <a:pt x="487299" y="2705100"/>
                </a:moveTo>
                <a:cubicBezTo>
                  <a:pt x="501523" y="2669540"/>
                  <a:pt x="516255" y="2634234"/>
                  <a:pt x="531368" y="2599182"/>
                </a:cubicBezTo>
                <a:lnTo>
                  <a:pt x="566293" y="2614295"/>
                </a:lnTo>
                <a:cubicBezTo>
                  <a:pt x="551307" y="2649093"/>
                  <a:pt x="536702" y="2684018"/>
                  <a:pt x="522605" y="2719324"/>
                </a:cubicBezTo>
                <a:close/>
                <a:moveTo>
                  <a:pt x="629920" y="2473960"/>
                </a:moveTo>
                <a:cubicBezTo>
                  <a:pt x="646430" y="2439416"/>
                  <a:pt x="663321" y="2404999"/>
                  <a:pt x="680720" y="2370963"/>
                </a:cubicBezTo>
                <a:lnTo>
                  <a:pt x="714629" y="2388235"/>
                </a:lnTo>
                <a:cubicBezTo>
                  <a:pt x="697357" y="2422017"/>
                  <a:pt x="680593" y="2456053"/>
                  <a:pt x="664337" y="2490343"/>
                </a:cubicBezTo>
                <a:close/>
                <a:moveTo>
                  <a:pt x="787019" y="2252218"/>
                </a:moveTo>
                <a:cubicBezTo>
                  <a:pt x="805688" y="2218690"/>
                  <a:pt x="824738" y="2185543"/>
                  <a:pt x="844169" y="2152650"/>
                </a:cubicBezTo>
                <a:lnTo>
                  <a:pt x="876935" y="2172081"/>
                </a:lnTo>
                <a:cubicBezTo>
                  <a:pt x="857631" y="2204720"/>
                  <a:pt x="838708" y="2237613"/>
                  <a:pt x="820293" y="2270760"/>
                </a:cubicBezTo>
                <a:close/>
                <a:moveTo>
                  <a:pt x="957834" y="2040890"/>
                </a:moveTo>
                <a:cubicBezTo>
                  <a:pt x="978535" y="2008632"/>
                  <a:pt x="999617" y="1976755"/>
                  <a:pt x="1021080" y="1945132"/>
                </a:cubicBezTo>
                <a:lnTo>
                  <a:pt x="1052576" y="1966595"/>
                </a:lnTo>
                <a:cubicBezTo>
                  <a:pt x="1031240" y="1997964"/>
                  <a:pt x="1010285" y="2029587"/>
                  <a:pt x="989838" y="2061464"/>
                </a:cubicBezTo>
                <a:close/>
                <a:moveTo>
                  <a:pt x="1141603" y="1840738"/>
                </a:moveTo>
                <a:cubicBezTo>
                  <a:pt x="1164336" y="1809877"/>
                  <a:pt x="1187323" y="1779397"/>
                  <a:pt x="1210818" y="1749171"/>
                </a:cubicBezTo>
                <a:lnTo>
                  <a:pt x="1240917" y="1772539"/>
                </a:lnTo>
                <a:cubicBezTo>
                  <a:pt x="1217676" y="1802511"/>
                  <a:pt x="1194816" y="1832737"/>
                  <a:pt x="1172337" y="1863344"/>
                </a:cubicBezTo>
                <a:close/>
                <a:moveTo>
                  <a:pt x="1337691" y="1652651"/>
                </a:moveTo>
                <a:cubicBezTo>
                  <a:pt x="1362202" y="1623314"/>
                  <a:pt x="1387221" y="1594231"/>
                  <a:pt x="1412494" y="1565656"/>
                </a:cubicBezTo>
                <a:lnTo>
                  <a:pt x="1441069" y="1590929"/>
                </a:lnTo>
                <a:cubicBezTo>
                  <a:pt x="1415923" y="1619377"/>
                  <a:pt x="1391285" y="1648079"/>
                  <a:pt x="1366901" y="1677162"/>
                </a:cubicBezTo>
                <a:close/>
                <a:moveTo>
                  <a:pt x="1545209" y="1477264"/>
                </a:moveTo>
                <a:cubicBezTo>
                  <a:pt x="1571498" y="1449451"/>
                  <a:pt x="1598295" y="1422146"/>
                  <a:pt x="1625346" y="1395095"/>
                </a:cubicBezTo>
                <a:lnTo>
                  <a:pt x="1652270" y="1422019"/>
                </a:lnTo>
                <a:cubicBezTo>
                  <a:pt x="1625473" y="1448816"/>
                  <a:pt x="1598930" y="1475994"/>
                  <a:pt x="1572768" y="1503426"/>
                </a:cubicBezTo>
                <a:close/>
                <a:moveTo>
                  <a:pt x="1763141" y="1315085"/>
                </a:moveTo>
                <a:cubicBezTo>
                  <a:pt x="1791208" y="1289050"/>
                  <a:pt x="1819529" y="1263396"/>
                  <a:pt x="1848231" y="1238123"/>
                </a:cubicBezTo>
                <a:lnTo>
                  <a:pt x="1873377" y="1266698"/>
                </a:lnTo>
                <a:cubicBezTo>
                  <a:pt x="1844929" y="1291717"/>
                  <a:pt x="1816735" y="1317244"/>
                  <a:pt x="1788922" y="1343025"/>
                </a:cubicBezTo>
                <a:close/>
                <a:moveTo>
                  <a:pt x="1990725" y="1167003"/>
                </a:moveTo>
                <a:cubicBezTo>
                  <a:pt x="2020316" y="1142746"/>
                  <a:pt x="2050288" y="1118997"/>
                  <a:pt x="2080514" y="1095502"/>
                </a:cubicBezTo>
                <a:lnTo>
                  <a:pt x="2103882" y="1125601"/>
                </a:lnTo>
                <a:cubicBezTo>
                  <a:pt x="2073910" y="1148842"/>
                  <a:pt x="2044192" y="1172464"/>
                  <a:pt x="2014855" y="1196467"/>
                </a:cubicBezTo>
                <a:close/>
                <a:moveTo>
                  <a:pt x="2227326" y="1033399"/>
                </a:moveTo>
                <a:cubicBezTo>
                  <a:pt x="2258441" y="1011047"/>
                  <a:pt x="2289810" y="989203"/>
                  <a:pt x="2321433" y="967613"/>
                </a:cubicBezTo>
                <a:lnTo>
                  <a:pt x="2342769" y="999109"/>
                </a:lnTo>
                <a:cubicBezTo>
                  <a:pt x="2311400" y="1020445"/>
                  <a:pt x="2280285" y="1042162"/>
                  <a:pt x="2249424" y="1064260"/>
                </a:cubicBezTo>
                <a:close/>
                <a:moveTo>
                  <a:pt x="2471801" y="914908"/>
                </a:moveTo>
                <a:cubicBezTo>
                  <a:pt x="2504186" y="894588"/>
                  <a:pt x="2536952" y="874649"/>
                  <a:pt x="2569845" y="855218"/>
                </a:cubicBezTo>
                <a:lnTo>
                  <a:pt x="2108200" y="621157"/>
                </a:lnTo>
                <a:cubicBezTo>
                  <a:pt x="2075561" y="640461"/>
                  <a:pt x="2043049" y="660146"/>
                  <a:pt x="2011045" y="680339"/>
                </a:cubicBezTo>
                <a:close/>
                <a:moveTo>
                  <a:pt x="2242312" y="545211"/>
                </a:moveTo>
                <a:cubicBezTo>
                  <a:pt x="2275840" y="527050"/>
                  <a:pt x="2309749" y="509143"/>
                  <a:pt x="2343912" y="491871"/>
                </a:cubicBezTo>
                <a:lnTo>
                  <a:pt x="2361184" y="525780"/>
                </a:lnTo>
                <a:cubicBezTo>
                  <a:pt x="2327402" y="542925"/>
                  <a:pt x="2293747" y="560578"/>
                  <a:pt x="2260473" y="578612"/>
                </a:cubicBezTo>
                <a:close/>
                <a:moveTo>
                  <a:pt x="2499741" y="458343"/>
                </a:moveTo>
                <a:cubicBezTo>
                  <a:pt x="2534412" y="442214"/>
                  <a:pt x="2569337" y="426593"/>
                  <a:pt x="2604643" y="411480"/>
                </a:cubicBezTo>
                <a:lnTo>
                  <a:pt x="2619756" y="446532"/>
                </a:lnTo>
                <a:cubicBezTo>
                  <a:pt x="2584831" y="461518"/>
                  <a:pt x="2550287" y="477012"/>
                  <a:pt x="2515870" y="493014"/>
                </a:cubicBezTo>
                <a:close/>
                <a:moveTo>
                  <a:pt x="2762250" y="388112"/>
                </a:moveTo>
                <a:cubicBezTo>
                  <a:pt x="2797937" y="374269"/>
                  <a:pt x="2833751" y="360934"/>
                  <a:pt x="2869819" y="347980"/>
                </a:cubicBezTo>
                <a:lnTo>
                  <a:pt x="2882646" y="383794"/>
                </a:lnTo>
                <a:cubicBezTo>
                  <a:pt x="2846832" y="396621"/>
                  <a:pt x="2811272" y="409829"/>
                  <a:pt x="2775966" y="423545"/>
                </a:cubicBezTo>
                <a:close/>
                <a:moveTo>
                  <a:pt x="3028696" y="334518"/>
                </a:moveTo>
                <a:cubicBezTo>
                  <a:pt x="3065145" y="322961"/>
                  <a:pt x="3101721" y="311912"/>
                  <a:pt x="3138551" y="301371"/>
                </a:cubicBezTo>
                <a:lnTo>
                  <a:pt x="3149092" y="337947"/>
                </a:lnTo>
                <a:cubicBezTo>
                  <a:pt x="3112643" y="348488"/>
                  <a:pt x="3076321" y="359410"/>
                  <a:pt x="3040253" y="370840"/>
                </a:cubicBezTo>
                <a:close/>
                <a:moveTo>
                  <a:pt x="3218180" y="125857"/>
                </a:moveTo>
                <a:cubicBezTo>
                  <a:pt x="3255264" y="116586"/>
                  <a:pt x="3292475" y="107950"/>
                  <a:pt x="3329940" y="99695"/>
                </a:cubicBezTo>
                <a:lnTo>
                  <a:pt x="3338195" y="136906"/>
                </a:lnTo>
                <a:cubicBezTo>
                  <a:pt x="3301111" y="145034"/>
                  <a:pt x="3264154" y="153670"/>
                  <a:pt x="3227451" y="162814"/>
                </a:cubicBezTo>
                <a:close/>
                <a:moveTo>
                  <a:pt x="3489198" y="106426"/>
                </a:moveTo>
                <a:cubicBezTo>
                  <a:pt x="3526790" y="99568"/>
                  <a:pt x="3564636" y="93218"/>
                  <a:pt x="3602609" y="87249"/>
                </a:cubicBezTo>
                <a:lnTo>
                  <a:pt x="3608451" y="124841"/>
                </a:lnTo>
                <a:cubicBezTo>
                  <a:pt x="3570859" y="130683"/>
                  <a:pt x="3533394" y="137033"/>
                  <a:pt x="3496056" y="143764"/>
                </a:cubicBezTo>
                <a:close/>
                <a:moveTo>
                  <a:pt x="3760978" y="104013"/>
                </a:moveTo>
                <a:cubicBezTo>
                  <a:pt x="3798951" y="99568"/>
                  <a:pt x="3836924" y="95504"/>
                  <a:pt x="3875151" y="92075"/>
                </a:cubicBezTo>
                <a:lnTo>
                  <a:pt x="3878580" y="130048"/>
                </a:lnTo>
                <a:cubicBezTo>
                  <a:pt x="3840734" y="133477"/>
                  <a:pt x="3803015" y="137414"/>
                  <a:pt x="3765423" y="141859"/>
                </a:cubicBezTo>
                <a:close/>
                <a:moveTo>
                  <a:pt x="4011803" y="6604"/>
                </a:moveTo>
                <a:cubicBezTo>
                  <a:pt x="4049776" y="4445"/>
                  <a:pt x="4088003" y="2921"/>
                  <a:pt x="4126357" y="1778"/>
                </a:cubicBezTo>
                <a:lnTo>
                  <a:pt x="4127500" y="39878"/>
                </a:lnTo>
                <a:cubicBezTo>
                  <a:pt x="4089527" y="41021"/>
                  <a:pt x="4051681" y="42545"/>
                  <a:pt x="4013962" y="44577"/>
                </a:cubicBezTo>
                <a:close/>
                <a:moveTo>
                  <a:pt x="4279519" y="0"/>
                </a:moveTo>
                <a:lnTo>
                  <a:pt x="4393819" y="0"/>
                </a:lnTo>
                <a:lnTo>
                  <a:pt x="4393819" y="38100"/>
                </a:lnTo>
                <a:lnTo>
                  <a:pt x="4279519" y="38100"/>
                </a:lnTo>
                <a:close/>
                <a:moveTo>
                  <a:pt x="4546219" y="38100"/>
                </a:moveTo>
                <a:lnTo>
                  <a:pt x="4660519" y="38100"/>
                </a:lnTo>
                <a:lnTo>
                  <a:pt x="4546219" y="38100"/>
                </a:lnTo>
                <a:close/>
                <a:moveTo>
                  <a:pt x="4812919" y="38100"/>
                </a:moveTo>
                <a:lnTo>
                  <a:pt x="4927219" y="38100"/>
                </a:lnTo>
                <a:lnTo>
                  <a:pt x="4812919" y="38100"/>
                </a:lnTo>
                <a:close/>
                <a:moveTo>
                  <a:pt x="5079619" y="38100"/>
                </a:moveTo>
                <a:lnTo>
                  <a:pt x="5193919" y="38100"/>
                </a:lnTo>
                <a:lnTo>
                  <a:pt x="5079619" y="38100"/>
                </a:lnTo>
                <a:close/>
                <a:moveTo>
                  <a:pt x="5346319" y="38100"/>
                </a:moveTo>
                <a:lnTo>
                  <a:pt x="5460619" y="38100"/>
                </a:lnTo>
                <a:lnTo>
                  <a:pt x="5346319" y="38100"/>
                </a:lnTo>
                <a:close/>
                <a:moveTo>
                  <a:pt x="5613019" y="38100"/>
                </a:moveTo>
                <a:lnTo>
                  <a:pt x="5727319" y="38100"/>
                </a:lnTo>
                <a:lnTo>
                  <a:pt x="5613019" y="38100"/>
                </a:lnTo>
                <a:close/>
                <a:moveTo>
                  <a:pt x="5879719" y="38100"/>
                </a:moveTo>
                <a:lnTo>
                  <a:pt x="5994019" y="38100"/>
                </a:lnTo>
                <a:lnTo>
                  <a:pt x="5879719" y="38100"/>
                </a:lnTo>
                <a:close/>
                <a:moveTo>
                  <a:pt x="6146419" y="38100"/>
                </a:moveTo>
                <a:lnTo>
                  <a:pt x="6260719" y="38100"/>
                </a:lnTo>
                <a:lnTo>
                  <a:pt x="6146419" y="38100"/>
                </a:lnTo>
                <a:close/>
                <a:moveTo>
                  <a:pt x="6413119" y="38100"/>
                </a:moveTo>
                <a:lnTo>
                  <a:pt x="6527419" y="38100"/>
                </a:lnTo>
                <a:lnTo>
                  <a:pt x="6413119" y="38100"/>
                </a:lnTo>
                <a:close/>
                <a:moveTo>
                  <a:pt x="6679819" y="38100"/>
                </a:moveTo>
                <a:lnTo>
                  <a:pt x="6794119" y="38100"/>
                </a:lnTo>
                <a:lnTo>
                  <a:pt x="6679819" y="38100"/>
                </a:lnTo>
                <a:close/>
                <a:moveTo>
                  <a:pt x="6946519" y="38100"/>
                </a:moveTo>
                <a:lnTo>
                  <a:pt x="7060819" y="38100"/>
                </a:lnTo>
                <a:lnTo>
                  <a:pt x="6946519" y="38100"/>
                </a:lnTo>
                <a:close/>
                <a:moveTo>
                  <a:pt x="7213219" y="38100"/>
                </a:moveTo>
                <a:lnTo>
                  <a:pt x="7327519" y="38100"/>
                </a:lnTo>
                <a:lnTo>
                  <a:pt x="7213219" y="38100"/>
                </a:lnTo>
                <a:close/>
                <a:moveTo>
                  <a:pt x="7479919" y="38100"/>
                </a:moveTo>
                <a:lnTo>
                  <a:pt x="7594219" y="38100"/>
                </a:lnTo>
                <a:lnTo>
                  <a:pt x="7479919" y="38100"/>
                </a:lnTo>
                <a:close/>
                <a:moveTo>
                  <a:pt x="7746619" y="38100"/>
                </a:moveTo>
                <a:lnTo>
                  <a:pt x="7860919" y="38100"/>
                </a:lnTo>
                <a:lnTo>
                  <a:pt x="7746619" y="38100"/>
                </a:lnTo>
                <a:close/>
                <a:moveTo>
                  <a:pt x="8013319" y="38100"/>
                </a:moveTo>
                <a:lnTo>
                  <a:pt x="8127619" y="38100"/>
                </a:lnTo>
                <a:lnTo>
                  <a:pt x="8013319" y="38100"/>
                </a:lnTo>
                <a:close/>
                <a:moveTo>
                  <a:pt x="8280019" y="38100"/>
                </a:moveTo>
                <a:lnTo>
                  <a:pt x="8394319" y="38100"/>
                </a:lnTo>
                <a:lnTo>
                  <a:pt x="8280019" y="38100"/>
                </a:lnTo>
                <a:close/>
                <a:moveTo>
                  <a:pt x="8546719" y="38100"/>
                </a:moveTo>
                <a:lnTo>
                  <a:pt x="8661019" y="38100"/>
                </a:lnTo>
                <a:lnTo>
                  <a:pt x="8546719" y="38100"/>
                </a:lnTo>
                <a:close/>
                <a:moveTo>
                  <a:pt x="8813419" y="38100"/>
                </a:moveTo>
                <a:lnTo>
                  <a:pt x="8927719" y="38100"/>
                </a:lnTo>
                <a:lnTo>
                  <a:pt x="8813419" y="38100"/>
                </a:lnTo>
                <a:close/>
                <a:moveTo>
                  <a:pt x="9080119" y="38100"/>
                </a:moveTo>
                <a:lnTo>
                  <a:pt x="9194419" y="38100"/>
                </a:lnTo>
                <a:lnTo>
                  <a:pt x="9080119" y="38100"/>
                </a:lnTo>
                <a:close/>
                <a:moveTo>
                  <a:pt x="9346819" y="38100"/>
                </a:moveTo>
                <a:lnTo>
                  <a:pt x="9461119" y="38100"/>
                </a:lnTo>
                <a:lnTo>
                  <a:pt x="9346819" y="38100"/>
                </a:lnTo>
                <a:close/>
                <a:moveTo>
                  <a:pt x="9613519" y="38100"/>
                </a:moveTo>
                <a:lnTo>
                  <a:pt x="9727819" y="38100"/>
                </a:lnTo>
                <a:lnTo>
                  <a:pt x="9613519" y="38100"/>
                </a:lnTo>
                <a:close/>
                <a:moveTo>
                  <a:pt x="9880219" y="38100"/>
                </a:moveTo>
                <a:lnTo>
                  <a:pt x="9994519" y="38100"/>
                </a:lnTo>
                <a:lnTo>
                  <a:pt x="9880219" y="38100"/>
                </a:lnTo>
                <a:close/>
                <a:moveTo>
                  <a:pt x="10146919" y="38100"/>
                </a:moveTo>
                <a:lnTo>
                  <a:pt x="10261219" y="38100"/>
                </a:lnTo>
                <a:lnTo>
                  <a:pt x="10146919" y="38100"/>
                </a:lnTo>
                <a:close/>
                <a:moveTo>
                  <a:pt x="10413619" y="38100"/>
                </a:moveTo>
                <a:lnTo>
                  <a:pt x="10527919" y="38100"/>
                </a:lnTo>
                <a:lnTo>
                  <a:pt x="10413619" y="38100"/>
                </a:lnTo>
                <a:close/>
                <a:moveTo>
                  <a:pt x="10680319" y="38100"/>
                </a:moveTo>
                <a:lnTo>
                  <a:pt x="10794619" y="38100"/>
                </a:lnTo>
                <a:lnTo>
                  <a:pt x="10680319" y="38100"/>
                </a:lnTo>
                <a:close/>
                <a:moveTo>
                  <a:pt x="10947019" y="38100"/>
                </a:moveTo>
                <a:lnTo>
                  <a:pt x="11061319" y="38100"/>
                </a:lnTo>
                <a:lnTo>
                  <a:pt x="10947019" y="38100"/>
                </a:lnTo>
                <a:close/>
                <a:moveTo>
                  <a:pt x="11213719" y="38100"/>
                </a:moveTo>
                <a:lnTo>
                  <a:pt x="11328019" y="38100"/>
                </a:lnTo>
                <a:lnTo>
                  <a:pt x="11213719" y="38100"/>
                </a:lnTo>
                <a:close/>
                <a:moveTo>
                  <a:pt x="11480419" y="38100"/>
                </a:moveTo>
                <a:lnTo>
                  <a:pt x="11594719" y="38100"/>
                </a:lnTo>
                <a:lnTo>
                  <a:pt x="11480419" y="38100"/>
                </a:lnTo>
                <a:close/>
                <a:moveTo>
                  <a:pt x="11747119" y="38100"/>
                </a:moveTo>
                <a:lnTo>
                  <a:pt x="11861419" y="38100"/>
                </a:lnTo>
                <a:lnTo>
                  <a:pt x="11747119" y="38100"/>
                </a:lnTo>
                <a:close/>
                <a:moveTo>
                  <a:pt x="12013819" y="38100"/>
                </a:moveTo>
                <a:lnTo>
                  <a:pt x="12128119" y="38100"/>
                </a:lnTo>
                <a:lnTo>
                  <a:pt x="12013819" y="38100"/>
                </a:lnTo>
                <a:close/>
                <a:moveTo>
                  <a:pt x="12280519" y="38100"/>
                </a:moveTo>
                <a:lnTo>
                  <a:pt x="12394819" y="38100"/>
                </a:lnTo>
                <a:lnTo>
                  <a:pt x="12280519" y="38100"/>
                </a:lnTo>
                <a:close/>
                <a:moveTo>
                  <a:pt x="12547219" y="38100"/>
                </a:moveTo>
                <a:lnTo>
                  <a:pt x="12661519" y="38100"/>
                </a:lnTo>
                <a:lnTo>
                  <a:pt x="12547219" y="38100"/>
                </a:lnTo>
                <a:close/>
                <a:moveTo>
                  <a:pt x="12813919" y="38100"/>
                </a:moveTo>
                <a:lnTo>
                  <a:pt x="12928219" y="38100"/>
                </a:lnTo>
                <a:lnTo>
                  <a:pt x="12813919" y="38100"/>
                </a:lnTo>
                <a:close/>
                <a:moveTo>
                  <a:pt x="13080619" y="38100"/>
                </a:moveTo>
                <a:lnTo>
                  <a:pt x="13194919" y="38100"/>
                </a:lnTo>
                <a:lnTo>
                  <a:pt x="13080619" y="38100"/>
                </a:lnTo>
                <a:close/>
                <a:moveTo>
                  <a:pt x="13347319" y="38100"/>
                </a:moveTo>
                <a:lnTo>
                  <a:pt x="13461619" y="38100"/>
                </a:lnTo>
                <a:lnTo>
                  <a:pt x="13347319" y="38100"/>
                </a:lnTo>
                <a:close/>
                <a:moveTo>
                  <a:pt x="13614019" y="38100"/>
                </a:moveTo>
                <a:lnTo>
                  <a:pt x="13728319" y="38100"/>
                </a:lnTo>
                <a:lnTo>
                  <a:pt x="13614019" y="38100"/>
                </a:lnTo>
                <a:close/>
                <a:moveTo>
                  <a:pt x="13880719" y="38100"/>
                </a:moveTo>
                <a:lnTo>
                  <a:pt x="13995019" y="38100"/>
                </a:lnTo>
                <a:lnTo>
                  <a:pt x="13880719" y="38100"/>
                </a:lnTo>
                <a:close/>
                <a:moveTo>
                  <a:pt x="14147419" y="38100"/>
                </a:moveTo>
                <a:lnTo>
                  <a:pt x="14261719" y="38100"/>
                </a:lnTo>
                <a:lnTo>
                  <a:pt x="14147419" y="38100"/>
                </a:lnTo>
                <a:close/>
                <a:moveTo>
                  <a:pt x="14414119" y="38100"/>
                </a:moveTo>
                <a:lnTo>
                  <a:pt x="14528419" y="38100"/>
                </a:lnTo>
                <a:lnTo>
                  <a:pt x="14414119" y="38100"/>
                </a:lnTo>
                <a:close/>
                <a:moveTo>
                  <a:pt x="14680819" y="38100"/>
                </a:moveTo>
                <a:lnTo>
                  <a:pt x="14795119" y="38100"/>
                </a:lnTo>
                <a:lnTo>
                  <a:pt x="14680819" y="38100"/>
                </a:lnTo>
                <a:close/>
                <a:moveTo>
                  <a:pt x="14947519" y="38100"/>
                </a:moveTo>
                <a:lnTo>
                  <a:pt x="15061819" y="38100"/>
                </a:lnTo>
                <a:lnTo>
                  <a:pt x="14947519" y="38100"/>
                </a:lnTo>
                <a:close/>
                <a:moveTo>
                  <a:pt x="15214219" y="38100"/>
                </a:moveTo>
                <a:lnTo>
                  <a:pt x="15328519" y="38100"/>
                </a:lnTo>
                <a:lnTo>
                  <a:pt x="15214219" y="38100"/>
                </a:lnTo>
                <a:close/>
                <a:moveTo>
                  <a:pt x="15480919" y="38100"/>
                </a:moveTo>
                <a:lnTo>
                  <a:pt x="15595219" y="38100"/>
                </a:lnTo>
                <a:lnTo>
                  <a:pt x="15480919" y="38100"/>
                </a:lnTo>
                <a:close/>
                <a:moveTo>
                  <a:pt x="15747619" y="38100"/>
                </a:moveTo>
                <a:lnTo>
                  <a:pt x="15861919" y="38100"/>
                </a:lnTo>
                <a:lnTo>
                  <a:pt x="15747619" y="38100"/>
                </a:lnTo>
                <a:close/>
                <a:moveTo>
                  <a:pt x="16014319" y="38100"/>
                </a:moveTo>
                <a:lnTo>
                  <a:pt x="16128619" y="38100"/>
                </a:lnTo>
                <a:lnTo>
                  <a:pt x="16014319" y="38100"/>
                </a:lnTo>
                <a:close/>
                <a:moveTo>
                  <a:pt x="16281019" y="38100"/>
                </a:moveTo>
                <a:lnTo>
                  <a:pt x="16395319" y="38100"/>
                </a:lnTo>
                <a:lnTo>
                  <a:pt x="16281019" y="38100"/>
                </a:lnTo>
                <a:close/>
                <a:moveTo>
                  <a:pt x="16547719" y="38100"/>
                </a:moveTo>
                <a:lnTo>
                  <a:pt x="16662019" y="38100"/>
                </a:lnTo>
                <a:lnTo>
                  <a:pt x="16547719" y="38100"/>
                </a:lnTo>
                <a:close/>
                <a:moveTo>
                  <a:pt x="16814419" y="38100"/>
                </a:moveTo>
                <a:lnTo>
                  <a:pt x="16928719" y="38100"/>
                </a:lnTo>
                <a:lnTo>
                  <a:pt x="16814419" y="38100"/>
                </a:lnTo>
                <a:close/>
                <a:moveTo>
                  <a:pt x="17081119" y="38100"/>
                </a:moveTo>
                <a:lnTo>
                  <a:pt x="17195419" y="38100"/>
                </a:lnTo>
                <a:lnTo>
                  <a:pt x="17081119" y="38100"/>
                </a:lnTo>
                <a:close/>
                <a:moveTo>
                  <a:pt x="17347819" y="38100"/>
                </a:moveTo>
                <a:lnTo>
                  <a:pt x="17462119" y="38100"/>
                </a:lnTo>
                <a:lnTo>
                  <a:pt x="17347819" y="38100"/>
                </a:lnTo>
                <a:close/>
                <a:moveTo>
                  <a:pt x="17614519" y="38100"/>
                </a:moveTo>
                <a:lnTo>
                  <a:pt x="17644872" y="38100"/>
                </a:lnTo>
                <a:cubicBezTo>
                  <a:pt x="17673193" y="38100"/>
                  <a:pt x="17701388" y="38354"/>
                  <a:pt x="17729581" y="38862"/>
                </a:cubicBezTo>
                <a:lnTo>
                  <a:pt x="17728819" y="76962"/>
                </a:lnTo>
                <a:cubicBezTo>
                  <a:pt x="17700879" y="76454"/>
                  <a:pt x="17672940" y="76200"/>
                  <a:pt x="17644872" y="76200"/>
                </a:cubicBezTo>
                <a:lnTo>
                  <a:pt x="17644872" y="19050"/>
                </a:lnTo>
                <a:lnTo>
                  <a:pt x="17644872" y="38100"/>
                </a:lnTo>
                <a:lnTo>
                  <a:pt x="17614519" y="38100"/>
                </a:lnTo>
                <a:close/>
                <a:moveTo>
                  <a:pt x="17882236" y="44577"/>
                </a:moveTo>
                <a:cubicBezTo>
                  <a:pt x="17920590" y="46736"/>
                  <a:pt x="17958815" y="49276"/>
                  <a:pt x="17996915" y="52451"/>
                </a:cubicBezTo>
                <a:lnTo>
                  <a:pt x="17993868" y="90424"/>
                </a:lnTo>
                <a:cubicBezTo>
                  <a:pt x="17956149" y="87376"/>
                  <a:pt x="17918176" y="84709"/>
                  <a:pt x="17880203" y="82677"/>
                </a:cubicBezTo>
                <a:close/>
                <a:moveTo>
                  <a:pt x="18147157" y="105664"/>
                </a:moveTo>
                <a:cubicBezTo>
                  <a:pt x="18185257" y="110109"/>
                  <a:pt x="18223103" y="115189"/>
                  <a:pt x="18260949" y="120650"/>
                </a:cubicBezTo>
                <a:lnTo>
                  <a:pt x="18255489" y="158369"/>
                </a:lnTo>
                <a:cubicBezTo>
                  <a:pt x="18218023" y="152908"/>
                  <a:pt x="18180558" y="147955"/>
                  <a:pt x="18142840" y="143510"/>
                </a:cubicBezTo>
                <a:close/>
                <a:moveTo>
                  <a:pt x="18407762" y="183261"/>
                </a:moveTo>
                <a:cubicBezTo>
                  <a:pt x="18445480" y="190119"/>
                  <a:pt x="18482945" y="197485"/>
                  <a:pt x="18520283" y="205359"/>
                </a:cubicBezTo>
                <a:lnTo>
                  <a:pt x="18512410" y="242697"/>
                </a:lnTo>
                <a:cubicBezTo>
                  <a:pt x="18475452" y="234950"/>
                  <a:pt x="18438240" y="227584"/>
                  <a:pt x="18400903" y="220853"/>
                </a:cubicBezTo>
                <a:close/>
                <a:moveTo>
                  <a:pt x="18662650" y="277114"/>
                </a:moveTo>
                <a:cubicBezTo>
                  <a:pt x="18699862" y="286385"/>
                  <a:pt x="18736945" y="296164"/>
                  <a:pt x="18773775" y="306324"/>
                </a:cubicBezTo>
                <a:lnTo>
                  <a:pt x="18763614" y="343027"/>
                </a:lnTo>
                <a:cubicBezTo>
                  <a:pt x="18727165" y="332867"/>
                  <a:pt x="18690464" y="323215"/>
                  <a:pt x="18653506" y="314071"/>
                </a:cubicBezTo>
                <a:close/>
                <a:moveTo>
                  <a:pt x="18911315" y="386842"/>
                </a:moveTo>
                <a:cubicBezTo>
                  <a:pt x="18947892" y="398399"/>
                  <a:pt x="18984215" y="410464"/>
                  <a:pt x="19020282" y="423037"/>
                </a:cubicBezTo>
                <a:lnTo>
                  <a:pt x="19007837" y="458978"/>
                </a:lnTo>
                <a:cubicBezTo>
                  <a:pt x="18972022" y="446532"/>
                  <a:pt x="18936081" y="434594"/>
                  <a:pt x="18899760" y="423164"/>
                </a:cubicBezTo>
                <a:close/>
                <a:moveTo>
                  <a:pt x="19152490" y="512191"/>
                </a:moveTo>
                <a:cubicBezTo>
                  <a:pt x="19188176" y="526034"/>
                  <a:pt x="19223610" y="540385"/>
                  <a:pt x="19258914" y="555117"/>
                </a:cubicBezTo>
                <a:lnTo>
                  <a:pt x="19244183" y="590296"/>
                </a:lnTo>
                <a:cubicBezTo>
                  <a:pt x="19209258" y="575691"/>
                  <a:pt x="19174206" y="561467"/>
                  <a:pt x="19138773" y="547751"/>
                </a:cubicBezTo>
                <a:close/>
                <a:moveTo>
                  <a:pt x="19385280" y="652526"/>
                </a:moveTo>
                <a:cubicBezTo>
                  <a:pt x="19420078" y="668655"/>
                  <a:pt x="19454495" y="685165"/>
                  <a:pt x="19488786" y="702183"/>
                </a:cubicBezTo>
                <a:lnTo>
                  <a:pt x="19471894" y="736346"/>
                </a:lnTo>
                <a:cubicBezTo>
                  <a:pt x="19437986" y="719455"/>
                  <a:pt x="19403822" y="703072"/>
                  <a:pt x="19369278" y="687197"/>
                </a:cubicBezTo>
                <a:close/>
                <a:moveTo>
                  <a:pt x="19608546" y="807339"/>
                </a:moveTo>
                <a:cubicBezTo>
                  <a:pt x="19642201" y="825627"/>
                  <a:pt x="19675602" y="844296"/>
                  <a:pt x="19708749" y="863473"/>
                </a:cubicBezTo>
                <a:lnTo>
                  <a:pt x="19689699" y="896493"/>
                </a:lnTo>
                <a:cubicBezTo>
                  <a:pt x="19656806" y="877570"/>
                  <a:pt x="19623787" y="859028"/>
                  <a:pt x="19590386" y="840867"/>
                </a:cubicBezTo>
                <a:close/>
                <a:moveTo>
                  <a:pt x="19821779" y="975868"/>
                </a:moveTo>
                <a:cubicBezTo>
                  <a:pt x="19854163" y="996188"/>
                  <a:pt x="19886422" y="1017016"/>
                  <a:pt x="19918172" y="1038098"/>
                </a:cubicBezTo>
                <a:lnTo>
                  <a:pt x="19897089" y="1069848"/>
                </a:lnTo>
                <a:cubicBezTo>
                  <a:pt x="19865594" y="1048893"/>
                  <a:pt x="19833717" y="1028319"/>
                  <a:pt x="19801460" y="1008126"/>
                </a:cubicBezTo>
                <a:close/>
                <a:moveTo>
                  <a:pt x="20023837" y="1157478"/>
                </a:moveTo>
                <a:cubicBezTo>
                  <a:pt x="20054951" y="1179830"/>
                  <a:pt x="20085686" y="1202563"/>
                  <a:pt x="20116164" y="1225677"/>
                </a:cubicBezTo>
                <a:lnTo>
                  <a:pt x="20093178" y="1256030"/>
                </a:lnTo>
                <a:cubicBezTo>
                  <a:pt x="20062952" y="1233043"/>
                  <a:pt x="20032472" y="1210564"/>
                  <a:pt x="20001612" y="1188466"/>
                </a:cubicBezTo>
                <a:close/>
                <a:moveTo>
                  <a:pt x="20214082" y="1351407"/>
                </a:moveTo>
                <a:cubicBezTo>
                  <a:pt x="20243673" y="1375664"/>
                  <a:pt x="20273011" y="1400302"/>
                  <a:pt x="20301965" y="1425321"/>
                </a:cubicBezTo>
                <a:lnTo>
                  <a:pt x="20277074" y="1454150"/>
                </a:lnTo>
                <a:cubicBezTo>
                  <a:pt x="20248372" y="1429385"/>
                  <a:pt x="20219288" y="1405001"/>
                  <a:pt x="20189952" y="1380871"/>
                </a:cubicBezTo>
                <a:close/>
                <a:moveTo>
                  <a:pt x="20391882" y="1556893"/>
                </a:moveTo>
                <a:cubicBezTo>
                  <a:pt x="20419949" y="1582928"/>
                  <a:pt x="20447636" y="1609344"/>
                  <a:pt x="20474939" y="1636141"/>
                </a:cubicBezTo>
                <a:lnTo>
                  <a:pt x="20448270" y="1663319"/>
                </a:lnTo>
                <a:cubicBezTo>
                  <a:pt x="20421219" y="1636776"/>
                  <a:pt x="20393788" y="1610614"/>
                  <a:pt x="20365974" y="1584833"/>
                </a:cubicBezTo>
                <a:close/>
                <a:moveTo>
                  <a:pt x="20556474" y="1773174"/>
                </a:moveTo>
                <a:cubicBezTo>
                  <a:pt x="20582889" y="1800860"/>
                  <a:pt x="20608798" y="1829054"/>
                  <a:pt x="20634452" y="1857502"/>
                </a:cubicBezTo>
                <a:lnTo>
                  <a:pt x="20606131" y="1883029"/>
                </a:lnTo>
                <a:cubicBezTo>
                  <a:pt x="20580731" y="1854835"/>
                  <a:pt x="20554950" y="1827022"/>
                  <a:pt x="20528914" y="1799463"/>
                </a:cubicBezTo>
                <a:close/>
                <a:moveTo>
                  <a:pt x="20707223" y="1999361"/>
                </a:moveTo>
                <a:cubicBezTo>
                  <a:pt x="20731735" y="2028698"/>
                  <a:pt x="20755990" y="2058416"/>
                  <a:pt x="20779739" y="2088388"/>
                </a:cubicBezTo>
                <a:lnTo>
                  <a:pt x="20749895" y="2112010"/>
                </a:lnTo>
                <a:cubicBezTo>
                  <a:pt x="20726400" y="2082292"/>
                  <a:pt x="20702397" y="2052828"/>
                  <a:pt x="20678012" y="2023745"/>
                </a:cubicBezTo>
                <a:close/>
                <a:moveTo>
                  <a:pt x="20843367" y="2234438"/>
                </a:moveTo>
                <a:cubicBezTo>
                  <a:pt x="20865973" y="2265299"/>
                  <a:pt x="20888325" y="2296414"/>
                  <a:pt x="20910169" y="2327783"/>
                </a:cubicBezTo>
                <a:lnTo>
                  <a:pt x="20878927" y="2349500"/>
                </a:lnTo>
                <a:cubicBezTo>
                  <a:pt x="20857338" y="2318385"/>
                  <a:pt x="20835238" y="2287524"/>
                  <a:pt x="20812761" y="2256917"/>
                </a:cubicBezTo>
                <a:close/>
                <a:moveTo>
                  <a:pt x="20964525" y="2477516"/>
                </a:moveTo>
                <a:cubicBezTo>
                  <a:pt x="20985226" y="2509647"/>
                  <a:pt x="21005419" y="2542159"/>
                  <a:pt x="21025231" y="2574925"/>
                </a:cubicBezTo>
                <a:lnTo>
                  <a:pt x="20992592" y="2594610"/>
                </a:lnTo>
                <a:cubicBezTo>
                  <a:pt x="20972907" y="2562098"/>
                  <a:pt x="20952840" y="2529967"/>
                  <a:pt x="20932394" y="2498090"/>
                </a:cubicBezTo>
                <a:close/>
                <a:moveTo>
                  <a:pt x="21069936" y="2727960"/>
                </a:moveTo>
                <a:cubicBezTo>
                  <a:pt x="21088477" y="2761361"/>
                  <a:pt x="21106639" y="2795016"/>
                  <a:pt x="21124418" y="2829052"/>
                </a:cubicBezTo>
                <a:lnTo>
                  <a:pt x="21090637" y="2846705"/>
                </a:lnTo>
                <a:cubicBezTo>
                  <a:pt x="21073111" y="2813050"/>
                  <a:pt x="21055076" y="2779649"/>
                  <a:pt x="21036662" y="2746629"/>
                </a:cubicBezTo>
                <a:close/>
                <a:moveTo>
                  <a:pt x="21159470" y="2984754"/>
                </a:moveTo>
                <a:cubicBezTo>
                  <a:pt x="21175853" y="3019298"/>
                  <a:pt x="21191855" y="3053969"/>
                  <a:pt x="21207349" y="3089021"/>
                </a:cubicBezTo>
                <a:lnTo>
                  <a:pt x="21172551" y="3104515"/>
                </a:lnTo>
                <a:cubicBezTo>
                  <a:pt x="21157185" y="3069844"/>
                  <a:pt x="21141310" y="3035427"/>
                  <a:pt x="21125053" y="3001137"/>
                </a:cubicBezTo>
                <a:close/>
                <a:moveTo>
                  <a:pt x="21232368" y="3246501"/>
                </a:moveTo>
                <a:cubicBezTo>
                  <a:pt x="21246592" y="3282061"/>
                  <a:pt x="21260308" y="3317748"/>
                  <a:pt x="21273643" y="3353816"/>
                </a:cubicBezTo>
                <a:lnTo>
                  <a:pt x="21237956" y="3367024"/>
                </a:lnTo>
                <a:cubicBezTo>
                  <a:pt x="21224748" y="3331337"/>
                  <a:pt x="21211160" y="3295904"/>
                  <a:pt x="21197063" y="3260725"/>
                </a:cubicBezTo>
                <a:close/>
                <a:moveTo>
                  <a:pt x="21288629" y="3512439"/>
                </a:moveTo>
                <a:cubicBezTo>
                  <a:pt x="21300567" y="3548761"/>
                  <a:pt x="21311997" y="3585337"/>
                  <a:pt x="21322919" y="3622040"/>
                </a:cubicBezTo>
                <a:lnTo>
                  <a:pt x="21286343" y="3632962"/>
                </a:lnTo>
                <a:cubicBezTo>
                  <a:pt x="21275548" y="3596513"/>
                  <a:pt x="21264118" y="3560318"/>
                  <a:pt x="21252307" y="3524377"/>
                </a:cubicBezTo>
                <a:close/>
                <a:moveTo>
                  <a:pt x="21327618" y="3781552"/>
                </a:moveTo>
                <a:cubicBezTo>
                  <a:pt x="21337143" y="3818509"/>
                  <a:pt x="21346288" y="3855593"/>
                  <a:pt x="21354796" y="3892931"/>
                </a:cubicBezTo>
                <a:lnTo>
                  <a:pt x="21317713" y="3901440"/>
                </a:lnTo>
                <a:cubicBezTo>
                  <a:pt x="21309203" y="3864483"/>
                  <a:pt x="21300187" y="3827653"/>
                  <a:pt x="21290787" y="3791077"/>
                </a:cubicBezTo>
                <a:close/>
                <a:moveTo>
                  <a:pt x="21349463" y="4052316"/>
                </a:moveTo>
                <a:cubicBezTo>
                  <a:pt x="21356701" y="4089781"/>
                  <a:pt x="21363305" y="4127500"/>
                  <a:pt x="21369528" y="4165346"/>
                </a:cubicBezTo>
                <a:lnTo>
                  <a:pt x="21331937" y="4171442"/>
                </a:lnTo>
                <a:cubicBezTo>
                  <a:pt x="21325839" y="4133977"/>
                  <a:pt x="21319110" y="4096512"/>
                  <a:pt x="21311997" y="4059428"/>
                </a:cubicBezTo>
                <a:close/>
                <a:moveTo>
                  <a:pt x="21354035" y="4323842"/>
                </a:moveTo>
                <a:cubicBezTo>
                  <a:pt x="21358861" y="4361815"/>
                  <a:pt x="21363178" y="4399915"/>
                  <a:pt x="21366862" y="4438142"/>
                </a:cubicBezTo>
                <a:lnTo>
                  <a:pt x="21328887" y="4441952"/>
                </a:lnTo>
                <a:cubicBezTo>
                  <a:pt x="21325078" y="4404106"/>
                  <a:pt x="21320888" y="4366260"/>
                  <a:pt x="21316062" y="4328668"/>
                </a:cubicBezTo>
                <a:close/>
                <a:moveTo>
                  <a:pt x="21341335" y="4595368"/>
                </a:moveTo>
                <a:cubicBezTo>
                  <a:pt x="21343747" y="4633468"/>
                  <a:pt x="21345652" y="4671695"/>
                  <a:pt x="21347049" y="4709922"/>
                </a:cubicBezTo>
                <a:lnTo>
                  <a:pt x="21308949" y="4711319"/>
                </a:lnTo>
                <a:cubicBezTo>
                  <a:pt x="21307552" y="4673346"/>
                  <a:pt x="21305647" y="4635500"/>
                  <a:pt x="21303362" y="4597781"/>
                </a:cubicBezTo>
                <a:close/>
                <a:moveTo>
                  <a:pt x="21311743" y="4865624"/>
                </a:moveTo>
                <a:cubicBezTo>
                  <a:pt x="21311743" y="4866132"/>
                  <a:pt x="21311743" y="4866513"/>
                  <a:pt x="21311743" y="4867021"/>
                </a:cubicBezTo>
                <a:lnTo>
                  <a:pt x="21292693" y="4867021"/>
                </a:lnTo>
                <a:lnTo>
                  <a:pt x="21311743" y="4867021"/>
                </a:lnTo>
                <a:lnTo>
                  <a:pt x="21292693" y="4867021"/>
                </a:lnTo>
                <a:lnTo>
                  <a:pt x="21311743" y="4867021"/>
                </a:lnTo>
                <a:cubicBezTo>
                  <a:pt x="21311743" y="4904994"/>
                  <a:pt x="21311236" y="4942967"/>
                  <a:pt x="21310219" y="4980813"/>
                </a:cubicBezTo>
                <a:lnTo>
                  <a:pt x="21272119" y="4979797"/>
                </a:lnTo>
                <a:cubicBezTo>
                  <a:pt x="21273136" y="4942332"/>
                  <a:pt x="21273643" y="4904740"/>
                  <a:pt x="21273643" y="4867021"/>
                </a:cubicBezTo>
                <a:cubicBezTo>
                  <a:pt x="21273643" y="4866513"/>
                  <a:pt x="21273643" y="4866132"/>
                  <a:pt x="21273643" y="4865624"/>
                </a:cubicBezTo>
                <a:close/>
                <a:moveTo>
                  <a:pt x="21265387" y="5133594"/>
                </a:moveTo>
                <a:cubicBezTo>
                  <a:pt x="21262975" y="5171948"/>
                  <a:pt x="21260054" y="5210048"/>
                  <a:pt x="21256752" y="5248021"/>
                </a:cubicBezTo>
                <a:lnTo>
                  <a:pt x="21218779" y="5244592"/>
                </a:lnTo>
                <a:cubicBezTo>
                  <a:pt x="21222208" y="5206873"/>
                  <a:pt x="21225002" y="5169027"/>
                  <a:pt x="21227414" y="5131181"/>
                </a:cubicBezTo>
                <a:close/>
                <a:moveTo>
                  <a:pt x="21202396" y="5397881"/>
                </a:moveTo>
                <a:cubicBezTo>
                  <a:pt x="21197570" y="5435854"/>
                  <a:pt x="21192362" y="5473700"/>
                  <a:pt x="21186521" y="5511419"/>
                </a:cubicBezTo>
                <a:lnTo>
                  <a:pt x="21148802" y="5505577"/>
                </a:lnTo>
                <a:cubicBezTo>
                  <a:pt x="21154517" y="5468239"/>
                  <a:pt x="21159724" y="5430774"/>
                  <a:pt x="21164550" y="5393182"/>
                </a:cubicBezTo>
                <a:close/>
                <a:moveTo>
                  <a:pt x="21122639" y="5657723"/>
                </a:moveTo>
                <a:cubicBezTo>
                  <a:pt x="21115401" y="5695442"/>
                  <a:pt x="21107781" y="5732907"/>
                  <a:pt x="21099526" y="5770118"/>
                </a:cubicBezTo>
                <a:lnTo>
                  <a:pt x="21062314" y="5761990"/>
                </a:lnTo>
                <a:cubicBezTo>
                  <a:pt x="21070443" y="5725033"/>
                  <a:pt x="21078062" y="5687822"/>
                  <a:pt x="21085175" y="5650611"/>
                </a:cubicBezTo>
                <a:close/>
                <a:moveTo>
                  <a:pt x="21026628" y="5911850"/>
                </a:moveTo>
                <a:cubicBezTo>
                  <a:pt x="21017103" y="5949061"/>
                  <a:pt x="21006943" y="5986018"/>
                  <a:pt x="20996402" y="6022721"/>
                </a:cubicBezTo>
                <a:lnTo>
                  <a:pt x="20959826" y="6012180"/>
                </a:lnTo>
                <a:cubicBezTo>
                  <a:pt x="20970239" y="5975731"/>
                  <a:pt x="20980273" y="5939155"/>
                  <a:pt x="20989798" y="5902325"/>
                </a:cubicBezTo>
                <a:close/>
                <a:moveTo>
                  <a:pt x="20914613" y="6159500"/>
                </a:moveTo>
                <a:cubicBezTo>
                  <a:pt x="20902676" y="6195949"/>
                  <a:pt x="20890357" y="6232144"/>
                  <a:pt x="20877403" y="6268085"/>
                </a:cubicBezTo>
                <a:lnTo>
                  <a:pt x="20841588" y="6255258"/>
                </a:lnTo>
                <a:cubicBezTo>
                  <a:pt x="20854288" y="6219571"/>
                  <a:pt x="20866608" y="6183757"/>
                  <a:pt x="20878419" y="6147689"/>
                </a:cubicBezTo>
                <a:close/>
                <a:moveTo>
                  <a:pt x="20786979" y="6399530"/>
                </a:moveTo>
                <a:cubicBezTo>
                  <a:pt x="20772755" y="6435090"/>
                  <a:pt x="20758150" y="6470396"/>
                  <a:pt x="20742911" y="6505448"/>
                </a:cubicBezTo>
                <a:lnTo>
                  <a:pt x="20707986" y="6490335"/>
                </a:lnTo>
                <a:cubicBezTo>
                  <a:pt x="20722971" y="6455537"/>
                  <a:pt x="20737576" y="6420612"/>
                  <a:pt x="20751546" y="6385306"/>
                </a:cubicBezTo>
                <a:close/>
                <a:moveTo>
                  <a:pt x="20644358" y="6630670"/>
                </a:moveTo>
                <a:cubicBezTo>
                  <a:pt x="20627848" y="6665341"/>
                  <a:pt x="20610957" y="6699631"/>
                  <a:pt x="20593686" y="6733667"/>
                </a:cubicBezTo>
                <a:lnTo>
                  <a:pt x="20559776" y="6716395"/>
                </a:lnTo>
                <a:cubicBezTo>
                  <a:pt x="20576921" y="6682613"/>
                  <a:pt x="20593686" y="6648577"/>
                  <a:pt x="20610068" y="6614287"/>
                </a:cubicBezTo>
                <a:close/>
                <a:moveTo>
                  <a:pt x="20487512" y="6852412"/>
                </a:moveTo>
                <a:cubicBezTo>
                  <a:pt x="20468971" y="6885940"/>
                  <a:pt x="20449921" y="6919087"/>
                  <a:pt x="20430362" y="6951980"/>
                </a:cubicBezTo>
                <a:lnTo>
                  <a:pt x="20397597" y="6932549"/>
                </a:lnTo>
                <a:cubicBezTo>
                  <a:pt x="20416901" y="6899910"/>
                  <a:pt x="20435824" y="6867017"/>
                  <a:pt x="20454240" y="6833870"/>
                </a:cubicBezTo>
                <a:close/>
                <a:moveTo>
                  <a:pt x="20316825" y="7063740"/>
                </a:moveTo>
                <a:cubicBezTo>
                  <a:pt x="20296124" y="7095998"/>
                  <a:pt x="20275042" y="7127875"/>
                  <a:pt x="20253579" y="7159498"/>
                </a:cubicBezTo>
                <a:lnTo>
                  <a:pt x="20222083" y="7138035"/>
                </a:lnTo>
                <a:cubicBezTo>
                  <a:pt x="20243419" y="7106666"/>
                  <a:pt x="20264247" y="7075043"/>
                  <a:pt x="20284821" y="7043166"/>
                </a:cubicBezTo>
                <a:close/>
                <a:moveTo>
                  <a:pt x="20133183" y="7263892"/>
                </a:moveTo>
                <a:cubicBezTo>
                  <a:pt x="20110577" y="7294753"/>
                  <a:pt x="20087464" y="7325233"/>
                  <a:pt x="20063968" y="7355459"/>
                </a:cubicBezTo>
                <a:lnTo>
                  <a:pt x="20033869" y="7332091"/>
                </a:lnTo>
                <a:cubicBezTo>
                  <a:pt x="20057111" y="7302119"/>
                  <a:pt x="20079970" y="7271893"/>
                  <a:pt x="20102449" y="7241286"/>
                </a:cubicBezTo>
                <a:close/>
                <a:moveTo>
                  <a:pt x="19937222" y="7452106"/>
                </a:moveTo>
                <a:cubicBezTo>
                  <a:pt x="19912712" y="7481443"/>
                  <a:pt x="19887692" y="7510526"/>
                  <a:pt x="19862419" y="7539228"/>
                </a:cubicBezTo>
                <a:lnTo>
                  <a:pt x="19833844" y="7513955"/>
                </a:lnTo>
                <a:cubicBezTo>
                  <a:pt x="19858989" y="7485507"/>
                  <a:pt x="19883628" y="7456805"/>
                  <a:pt x="19908013" y="7427595"/>
                </a:cubicBezTo>
                <a:close/>
                <a:moveTo>
                  <a:pt x="19729831" y="7627620"/>
                </a:moveTo>
                <a:cubicBezTo>
                  <a:pt x="19703542" y="7655433"/>
                  <a:pt x="19676745" y="7682738"/>
                  <a:pt x="19649694" y="7709789"/>
                </a:cubicBezTo>
                <a:lnTo>
                  <a:pt x="19622770" y="7682865"/>
                </a:lnTo>
                <a:cubicBezTo>
                  <a:pt x="19649567" y="7656068"/>
                  <a:pt x="19676111" y="7628890"/>
                  <a:pt x="19702145" y="7601331"/>
                </a:cubicBezTo>
                <a:close/>
                <a:moveTo>
                  <a:pt x="19511772" y="7789799"/>
                </a:moveTo>
                <a:cubicBezTo>
                  <a:pt x="19483705" y="7815834"/>
                  <a:pt x="19455385" y="7841488"/>
                  <a:pt x="19426682" y="7866761"/>
                </a:cubicBezTo>
                <a:lnTo>
                  <a:pt x="19401537" y="7838186"/>
                </a:lnTo>
                <a:cubicBezTo>
                  <a:pt x="19429985" y="7813167"/>
                  <a:pt x="19458178" y="7787640"/>
                  <a:pt x="19485865" y="7761859"/>
                </a:cubicBezTo>
                <a:close/>
                <a:moveTo>
                  <a:pt x="19284062" y="7938008"/>
                </a:moveTo>
                <a:cubicBezTo>
                  <a:pt x="19254470" y="7962265"/>
                  <a:pt x="19224498" y="7986141"/>
                  <a:pt x="19194272" y="8009509"/>
                </a:cubicBezTo>
                <a:lnTo>
                  <a:pt x="19170904" y="7979410"/>
                </a:lnTo>
                <a:cubicBezTo>
                  <a:pt x="19200876" y="7956169"/>
                  <a:pt x="19230594" y="7932547"/>
                  <a:pt x="19259931" y="7908544"/>
                </a:cubicBezTo>
                <a:close/>
                <a:moveTo>
                  <a:pt x="19047461" y="8071612"/>
                </a:moveTo>
                <a:cubicBezTo>
                  <a:pt x="19016345" y="8093964"/>
                  <a:pt x="18984976" y="8115935"/>
                  <a:pt x="18953353" y="8137398"/>
                </a:cubicBezTo>
                <a:lnTo>
                  <a:pt x="18931889" y="8105902"/>
                </a:lnTo>
                <a:cubicBezTo>
                  <a:pt x="18963260" y="8084566"/>
                  <a:pt x="18994374" y="8062849"/>
                  <a:pt x="19025236" y="8040751"/>
                </a:cubicBezTo>
                <a:close/>
                <a:moveTo>
                  <a:pt x="18802986" y="8190230"/>
                </a:moveTo>
                <a:cubicBezTo>
                  <a:pt x="18770600" y="8210550"/>
                  <a:pt x="18737962" y="8230489"/>
                  <a:pt x="18704940" y="8249920"/>
                </a:cubicBezTo>
                <a:lnTo>
                  <a:pt x="18685511" y="8217154"/>
                </a:lnTo>
                <a:cubicBezTo>
                  <a:pt x="18718149" y="8197850"/>
                  <a:pt x="18750535" y="8178165"/>
                  <a:pt x="18782664" y="8157972"/>
                </a:cubicBezTo>
                <a:close/>
                <a:moveTo>
                  <a:pt x="18551398" y="8293227"/>
                </a:moveTo>
                <a:cubicBezTo>
                  <a:pt x="18517870" y="8311515"/>
                  <a:pt x="18483962" y="8329295"/>
                  <a:pt x="18449798" y="8346567"/>
                </a:cubicBezTo>
                <a:lnTo>
                  <a:pt x="18432526" y="8312658"/>
                </a:lnTo>
                <a:cubicBezTo>
                  <a:pt x="18466308" y="8295513"/>
                  <a:pt x="18499837" y="8277860"/>
                  <a:pt x="18533111" y="8259699"/>
                </a:cubicBezTo>
                <a:close/>
                <a:moveTo>
                  <a:pt x="18293842" y="8379968"/>
                </a:moveTo>
                <a:cubicBezTo>
                  <a:pt x="18259171" y="8396097"/>
                  <a:pt x="18224246" y="8411718"/>
                  <a:pt x="18189067" y="8426831"/>
                </a:cubicBezTo>
                <a:lnTo>
                  <a:pt x="18173954" y="8391906"/>
                </a:lnTo>
                <a:cubicBezTo>
                  <a:pt x="18208879" y="8376920"/>
                  <a:pt x="18243423" y="8361426"/>
                  <a:pt x="18277839" y="8345424"/>
                </a:cubicBezTo>
                <a:close/>
                <a:moveTo>
                  <a:pt x="18031461" y="8450326"/>
                </a:moveTo>
                <a:cubicBezTo>
                  <a:pt x="17995773" y="8464169"/>
                  <a:pt x="17959960" y="8477631"/>
                  <a:pt x="17923890" y="8490458"/>
                </a:cubicBezTo>
                <a:lnTo>
                  <a:pt x="17911065" y="8454644"/>
                </a:lnTo>
                <a:cubicBezTo>
                  <a:pt x="17946878" y="8441817"/>
                  <a:pt x="17982439" y="8428609"/>
                  <a:pt x="18017744" y="8414766"/>
                </a:cubicBezTo>
                <a:close/>
                <a:moveTo>
                  <a:pt x="17765140" y="8503920"/>
                </a:moveTo>
                <a:cubicBezTo>
                  <a:pt x="17728692" y="8515477"/>
                  <a:pt x="17692115" y="8526526"/>
                  <a:pt x="17655287" y="8537194"/>
                </a:cubicBezTo>
                <a:lnTo>
                  <a:pt x="17644745" y="8500618"/>
                </a:lnTo>
                <a:cubicBezTo>
                  <a:pt x="17681194" y="8490077"/>
                  <a:pt x="17717515" y="8479155"/>
                  <a:pt x="17753585" y="8467725"/>
                </a:cubicBezTo>
                <a:close/>
                <a:moveTo>
                  <a:pt x="17495901" y="8540623"/>
                </a:moveTo>
                <a:cubicBezTo>
                  <a:pt x="17458817" y="8549894"/>
                  <a:pt x="17421606" y="8558657"/>
                  <a:pt x="17384140" y="8566912"/>
                </a:cubicBezTo>
                <a:lnTo>
                  <a:pt x="17375887" y="8529701"/>
                </a:lnTo>
                <a:cubicBezTo>
                  <a:pt x="17412970" y="8521573"/>
                  <a:pt x="17449927" y="8512810"/>
                  <a:pt x="17486630" y="8503666"/>
                </a:cubicBezTo>
                <a:close/>
                <a:moveTo>
                  <a:pt x="17224883" y="8560181"/>
                </a:moveTo>
                <a:cubicBezTo>
                  <a:pt x="17187290" y="8567039"/>
                  <a:pt x="17149445" y="8573516"/>
                  <a:pt x="17111472" y="8579358"/>
                </a:cubicBezTo>
                <a:lnTo>
                  <a:pt x="17105630" y="8541766"/>
                </a:lnTo>
                <a:cubicBezTo>
                  <a:pt x="17143222" y="8535924"/>
                  <a:pt x="17180688" y="8529574"/>
                  <a:pt x="17218025" y="8522716"/>
                </a:cubicBezTo>
                <a:close/>
                <a:moveTo>
                  <a:pt x="16953230" y="8562594"/>
                </a:moveTo>
                <a:cubicBezTo>
                  <a:pt x="16915257" y="8567039"/>
                  <a:pt x="16877285" y="8571103"/>
                  <a:pt x="16839057" y="8574532"/>
                </a:cubicBezTo>
                <a:lnTo>
                  <a:pt x="16835628" y="8536559"/>
                </a:lnTo>
                <a:cubicBezTo>
                  <a:pt x="16873474" y="8533130"/>
                  <a:pt x="16911193" y="8529193"/>
                  <a:pt x="16948786" y="8524621"/>
                </a:cubicBezTo>
                <a:close/>
                <a:moveTo>
                  <a:pt x="16681831" y="8547862"/>
                </a:moveTo>
                <a:cubicBezTo>
                  <a:pt x="16643858" y="8550021"/>
                  <a:pt x="16605631" y="8551545"/>
                  <a:pt x="16567277" y="8552688"/>
                </a:cubicBezTo>
                <a:lnTo>
                  <a:pt x="16566135" y="8514588"/>
                </a:lnTo>
                <a:cubicBezTo>
                  <a:pt x="16604107" y="8513445"/>
                  <a:pt x="16641953" y="8511921"/>
                  <a:pt x="16679672" y="8509762"/>
                </a:cubicBezTo>
                <a:close/>
                <a:moveTo>
                  <a:pt x="16411956" y="8516366"/>
                </a:moveTo>
                <a:lnTo>
                  <a:pt x="16297656" y="8516366"/>
                </a:lnTo>
                <a:lnTo>
                  <a:pt x="16297656" y="8478266"/>
                </a:lnTo>
                <a:lnTo>
                  <a:pt x="16411956" y="8478266"/>
                </a:lnTo>
                <a:close/>
                <a:moveTo>
                  <a:pt x="16145256" y="8478266"/>
                </a:moveTo>
                <a:lnTo>
                  <a:pt x="16030956" y="8478266"/>
                </a:lnTo>
                <a:lnTo>
                  <a:pt x="16030956" y="8440166"/>
                </a:lnTo>
                <a:lnTo>
                  <a:pt x="16145256" y="8440166"/>
                </a:lnTo>
                <a:close/>
                <a:moveTo>
                  <a:pt x="15878556" y="8440166"/>
                </a:moveTo>
                <a:lnTo>
                  <a:pt x="15764256" y="8440166"/>
                </a:lnTo>
                <a:lnTo>
                  <a:pt x="15764256" y="8402066"/>
                </a:lnTo>
                <a:lnTo>
                  <a:pt x="15878556" y="8402066"/>
                </a:lnTo>
                <a:close/>
                <a:moveTo>
                  <a:pt x="15611856" y="8402066"/>
                </a:moveTo>
                <a:lnTo>
                  <a:pt x="15497556" y="8402066"/>
                </a:lnTo>
                <a:lnTo>
                  <a:pt x="15497556" y="8363966"/>
                </a:lnTo>
                <a:lnTo>
                  <a:pt x="15611856" y="8363966"/>
                </a:lnTo>
                <a:close/>
                <a:moveTo>
                  <a:pt x="15345156" y="8363966"/>
                </a:moveTo>
                <a:lnTo>
                  <a:pt x="15230856" y="8363966"/>
                </a:lnTo>
                <a:lnTo>
                  <a:pt x="15230856" y="8325866"/>
                </a:lnTo>
                <a:lnTo>
                  <a:pt x="15345156" y="8325866"/>
                </a:lnTo>
                <a:close/>
                <a:moveTo>
                  <a:pt x="15078456" y="8325866"/>
                </a:moveTo>
                <a:lnTo>
                  <a:pt x="14964156" y="8325866"/>
                </a:lnTo>
                <a:lnTo>
                  <a:pt x="14964156" y="8287766"/>
                </a:lnTo>
                <a:lnTo>
                  <a:pt x="15078456" y="8287766"/>
                </a:lnTo>
                <a:close/>
                <a:moveTo>
                  <a:pt x="14811756" y="8287766"/>
                </a:moveTo>
                <a:lnTo>
                  <a:pt x="14697456" y="8287766"/>
                </a:lnTo>
                <a:lnTo>
                  <a:pt x="14697456" y="8249666"/>
                </a:lnTo>
                <a:lnTo>
                  <a:pt x="14811756" y="8249666"/>
                </a:lnTo>
                <a:close/>
                <a:moveTo>
                  <a:pt x="14545056" y="8249666"/>
                </a:moveTo>
                <a:lnTo>
                  <a:pt x="14430756" y="8249666"/>
                </a:lnTo>
                <a:lnTo>
                  <a:pt x="14430756" y="8211566"/>
                </a:lnTo>
                <a:lnTo>
                  <a:pt x="14545056" y="8211566"/>
                </a:lnTo>
                <a:close/>
                <a:moveTo>
                  <a:pt x="14278356" y="8211566"/>
                </a:moveTo>
                <a:lnTo>
                  <a:pt x="14164056" y="8211566"/>
                </a:lnTo>
                <a:lnTo>
                  <a:pt x="14164056" y="8173466"/>
                </a:lnTo>
                <a:lnTo>
                  <a:pt x="14278356" y="8173466"/>
                </a:lnTo>
                <a:close/>
                <a:moveTo>
                  <a:pt x="14011656" y="8173466"/>
                </a:moveTo>
                <a:lnTo>
                  <a:pt x="13897356" y="8173466"/>
                </a:lnTo>
                <a:lnTo>
                  <a:pt x="13897356" y="8135366"/>
                </a:lnTo>
                <a:lnTo>
                  <a:pt x="14011656" y="8135366"/>
                </a:lnTo>
                <a:close/>
                <a:moveTo>
                  <a:pt x="13744956" y="8135366"/>
                </a:moveTo>
                <a:lnTo>
                  <a:pt x="13630656" y="8135366"/>
                </a:lnTo>
                <a:lnTo>
                  <a:pt x="13630656" y="8097266"/>
                </a:lnTo>
                <a:lnTo>
                  <a:pt x="13744956" y="8097266"/>
                </a:lnTo>
                <a:close/>
                <a:moveTo>
                  <a:pt x="13478256" y="8097266"/>
                </a:moveTo>
                <a:lnTo>
                  <a:pt x="13363956" y="8097266"/>
                </a:lnTo>
                <a:lnTo>
                  <a:pt x="13363956" y="8059166"/>
                </a:lnTo>
                <a:lnTo>
                  <a:pt x="13478256" y="8059166"/>
                </a:lnTo>
                <a:close/>
                <a:moveTo>
                  <a:pt x="13211556" y="8059166"/>
                </a:moveTo>
                <a:lnTo>
                  <a:pt x="13097256" y="8059166"/>
                </a:lnTo>
                <a:lnTo>
                  <a:pt x="13097256" y="8021066"/>
                </a:lnTo>
                <a:lnTo>
                  <a:pt x="13211556" y="8021066"/>
                </a:lnTo>
                <a:close/>
                <a:moveTo>
                  <a:pt x="12944856" y="8021066"/>
                </a:moveTo>
                <a:lnTo>
                  <a:pt x="12830556" y="8021066"/>
                </a:lnTo>
                <a:lnTo>
                  <a:pt x="12830556" y="7982966"/>
                </a:lnTo>
                <a:lnTo>
                  <a:pt x="12944856" y="7982966"/>
                </a:lnTo>
                <a:close/>
                <a:moveTo>
                  <a:pt x="12678156" y="7982966"/>
                </a:moveTo>
                <a:lnTo>
                  <a:pt x="12563856" y="7982966"/>
                </a:lnTo>
                <a:lnTo>
                  <a:pt x="12563856" y="7944866"/>
                </a:lnTo>
                <a:lnTo>
                  <a:pt x="12678156" y="7944866"/>
                </a:lnTo>
                <a:close/>
                <a:moveTo>
                  <a:pt x="12411456" y="7944866"/>
                </a:moveTo>
                <a:lnTo>
                  <a:pt x="12297156" y="7944866"/>
                </a:lnTo>
                <a:lnTo>
                  <a:pt x="12297156" y="7906766"/>
                </a:lnTo>
                <a:lnTo>
                  <a:pt x="12411456" y="7906766"/>
                </a:lnTo>
                <a:close/>
                <a:moveTo>
                  <a:pt x="12144756" y="7906766"/>
                </a:moveTo>
                <a:lnTo>
                  <a:pt x="12030456" y="7906766"/>
                </a:lnTo>
                <a:lnTo>
                  <a:pt x="12030456" y="7868666"/>
                </a:lnTo>
                <a:lnTo>
                  <a:pt x="12144756" y="7868666"/>
                </a:lnTo>
                <a:close/>
                <a:moveTo>
                  <a:pt x="11878056" y="7868666"/>
                </a:moveTo>
                <a:lnTo>
                  <a:pt x="11763756" y="7868666"/>
                </a:lnTo>
                <a:lnTo>
                  <a:pt x="11763756" y="7830566"/>
                </a:lnTo>
                <a:lnTo>
                  <a:pt x="11878056" y="7830566"/>
                </a:lnTo>
                <a:close/>
                <a:moveTo>
                  <a:pt x="11611356" y="7830566"/>
                </a:moveTo>
                <a:lnTo>
                  <a:pt x="11497056" y="7830566"/>
                </a:lnTo>
                <a:lnTo>
                  <a:pt x="11497056" y="7792466"/>
                </a:lnTo>
                <a:lnTo>
                  <a:pt x="11611356" y="7792466"/>
                </a:lnTo>
                <a:close/>
                <a:moveTo>
                  <a:pt x="11344656" y="7792466"/>
                </a:moveTo>
                <a:lnTo>
                  <a:pt x="11230356" y="7792466"/>
                </a:lnTo>
                <a:lnTo>
                  <a:pt x="11230356" y="7754366"/>
                </a:lnTo>
                <a:lnTo>
                  <a:pt x="11344656" y="7754366"/>
                </a:lnTo>
                <a:close/>
                <a:moveTo>
                  <a:pt x="11077956" y="7754366"/>
                </a:moveTo>
                <a:lnTo>
                  <a:pt x="10963656" y="7754366"/>
                </a:lnTo>
                <a:lnTo>
                  <a:pt x="10963656" y="7716266"/>
                </a:lnTo>
                <a:lnTo>
                  <a:pt x="11077956" y="7716266"/>
                </a:lnTo>
                <a:close/>
                <a:moveTo>
                  <a:pt x="10811256" y="7716266"/>
                </a:moveTo>
                <a:lnTo>
                  <a:pt x="10696956" y="7716266"/>
                </a:lnTo>
                <a:lnTo>
                  <a:pt x="10696956" y="7678166"/>
                </a:lnTo>
                <a:lnTo>
                  <a:pt x="10811256" y="7678166"/>
                </a:lnTo>
                <a:close/>
                <a:moveTo>
                  <a:pt x="10544556" y="7678166"/>
                </a:moveTo>
                <a:lnTo>
                  <a:pt x="10430256" y="7678166"/>
                </a:lnTo>
                <a:lnTo>
                  <a:pt x="10430256" y="7640066"/>
                </a:lnTo>
                <a:lnTo>
                  <a:pt x="10544556" y="7640066"/>
                </a:lnTo>
                <a:close/>
                <a:moveTo>
                  <a:pt x="10277856" y="7640066"/>
                </a:moveTo>
                <a:lnTo>
                  <a:pt x="10163556" y="7640066"/>
                </a:lnTo>
                <a:lnTo>
                  <a:pt x="10163556" y="7601966"/>
                </a:lnTo>
                <a:lnTo>
                  <a:pt x="10277856" y="7601966"/>
                </a:lnTo>
                <a:close/>
                <a:moveTo>
                  <a:pt x="10011156" y="7601966"/>
                </a:moveTo>
                <a:lnTo>
                  <a:pt x="9896856" y="7601966"/>
                </a:lnTo>
                <a:lnTo>
                  <a:pt x="9896856" y="7563866"/>
                </a:lnTo>
                <a:lnTo>
                  <a:pt x="10011156" y="7563866"/>
                </a:lnTo>
                <a:close/>
                <a:moveTo>
                  <a:pt x="9744456" y="7563866"/>
                </a:moveTo>
                <a:lnTo>
                  <a:pt x="9630156" y="7563866"/>
                </a:lnTo>
                <a:lnTo>
                  <a:pt x="9630156" y="7525766"/>
                </a:lnTo>
                <a:lnTo>
                  <a:pt x="9744456" y="7525766"/>
                </a:lnTo>
                <a:close/>
                <a:moveTo>
                  <a:pt x="9477756" y="7525766"/>
                </a:moveTo>
                <a:lnTo>
                  <a:pt x="9363456" y="7525766"/>
                </a:lnTo>
                <a:lnTo>
                  <a:pt x="9363456" y="7487666"/>
                </a:lnTo>
                <a:lnTo>
                  <a:pt x="9477756" y="7487666"/>
                </a:lnTo>
                <a:close/>
                <a:moveTo>
                  <a:pt x="9211056" y="7487666"/>
                </a:moveTo>
                <a:lnTo>
                  <a:pt x="9096756" y="7487666"/>
                </a:lnTo>
                <a:lnTo>
                  <a:pt x="9096756" y="7449566"/>
                </a:lnTo>
                <a:lnTo>
                  <a:pt x="9211056" y="7449566"/>
                </a:lnTo>
                <a:close/>
                <a:moveTo>
                  <a:pt x="8944356" y="7449566"/>
                </a:moveTo>
                <a:lnTo>
                  <a:pt x="8830056" y="7449566"/>
                </a:lnTo>
                <a:lnTo>
                  <a:pt x="8830056" y="7411466"/>
                </a:lnTo>
                <a:lnTo>
                  <a:pt x="8944356" y="7411466"/>
                </a:lnTo>
                <a:close/>
                <a:moveTo>
                  <a:pt x="8677656" y="7411466"/>
                </a:moveTo>
                <a:lnTo>
                  <a:pt x="8563356" y="7411466"/>
                </a:lnTo>
                <a:lnTo>
                  <a:pt x="8563356" y="7373366"/>
                </a:lnTo>
                <a:lnTo>
                  <a:pt x="8677656" y="7373366"/>
                </a:lnTo>
                <a:close/>
                <a:moveTo>
                  <a:pt x="8410956" y="7373366"/>
                </a:moveTo>
                <a:lnTo>
                  <a:pt x="8296656" y="7373366"/>
                </a:lnTo>
                <a:lnTo>
                  <a:pt x="8296656" y="7335266"/>
                </a:lnTo>
                <a:lnTo>
                  <a:pt x="8410956" y="7335266"/>
                </a:lnTo>
                <a:close/>
                <a:moveTo>
                  <a:pt x="8144256" y="7335266"/>
                </a:moveTo>
                <a:lnTo>
                  <a:pt x="8029956" y="7335266"/>
                </a:lnTo>
                <a:lnTo>
                  <a:pt x="8029956" y="7297166"/>
                </a:lnTo>
                <a:lnTo>
                  <a:pt x="8144256" y="7297166"/>
                </a:lnTo>
                <a:close/>
                <a:moveTo>
                  <a:pt x="7877556" y="7297166"/>
                </a:moveTo>
                <a:lnTo>
                  <a:pt x="7763256" y="7297166"/>
                </a:lnTo>
                <a:lnTo>
                  <a:pt x="7763256" y="7259066"/>
                </a:lnTo>
                <a:lnTo>
                  <a:pt x="7877556" y="7259066"/>
                </a:lnTo>
                <a:close/>
                <a:moveTo>
                  <a:pt x="7610856" y="7259066"/>
                </a:moveTo>
                <a:lnTo>
                  <a:pt x="7496556" y="7259066"/>
                </a:lnTo>
                <a:lnTo>
                  <a:pt x="7496556" y="7220966"/>
                </a:lnTo>
                <a:lnTo>
                  <a:pt x="7610856" y="7220966"/>
                </a:lnTo>
                <a:close/>
                <a:moveTo>
                  <a:pt x="7344156" y="7220966"/>
                </a:moveTo>
                <a:lnTo>
                  <a:pt x="7229856" y="7220966"/>
                </a:lnTo>
                <a:lnTo>
                  <a:pt x="7229856" y="7182866"/>
                </a:lnTo>
                <a:lnTo>
                  <a:pt x="7344156" y="7182866"/>
                </a:lnTo>
                <a:close/>
                <a:moveTo>
                  <a:pt x="7077456" y="7182866"/>
                </a:moveTo>
                <a:lnTo>
                  <a:pt x="6963156" y="7182866"/>
                </a:lnTo>
                <a:lnTo>
                  <a:pt x="6963156" y="7144766"/>
                </a:lnTo>
                <a:lnTo>
                  <a:pt x="7077456" y="7144766"/>
                </a:lnTo>
                <a:close/>
                <a:moveTo>
                  <a:pt x="6810756" y="7144766"/>
                </a:moveTo>
                <a:lnTo>
                  <a:pt x="6696456" y="7144766"/>
                </a:lnTo>
                <a:lnTo>
                  <a:pt x="6696456" y="7106666"/>
                </a:lnTo>
                <a:lnTo>
                  <a:pt x="6810756" y="7106666"/>
                </a:lnTo>
                <a:close/>
                <a:moveTo>
                  <a:pt x="6544056" y="7106666"/>
                </a:moveTo>
                <a:lnTo>
                  <a:pt x="6429756" y="7106666"/>
                </a:lnTo>
                <a:lnTo>
                  <a:pt x="6429756" y="7068566"/>
                </a:lnTo>
                <a:lnTo>
                  <a:pt x="6544056" y="7068566"/>
                </a:lnTo>
                <a:close/>
                <a:moveTo>
                  <a:pt x="6277356" y="7068566"/>
                </a:moveTo>
                <a:lnTo>
                  <a:pt x="6163056" y="7068566"/>
                </a:lnTo>
                <a:lnTo>
                  <a:pt x="6163056" y="7030466"/>
                </a:lnTo>
                <a:lnTo>
                  <a:pt x="6277356" y="7030466"/>
                </a:lnTo>
                <a:close/>
                <a:moveTo>
                  <a:pt x="6010656" y="7030466"/>
                </a:moveTo>
                <a:lnTo>
                  <a:pt x="5896356" y="7030466"/>
                </a:lnTo>
                <a:lnTo>
                  <a:pt x="5896356" y="6992366"/>
                </a:lnTo>
                <a:lnTo>
                  <a:pt x="6010656" y="6992366"/>
                </a:lnTo>
                <a:close/>
                <a:moveTo>
                  <a:pt x="5743956" y="6992366"/>
                </a:moveTo>
                <a:lnTo>
                  <a:pt x="5629656" y="6992366"/>
                </a:lnTo>
                <a:lnTo>
                  <a:pt x="5629656" y="6954266"/>
                </a:lnTo>
                <a:lnTo>
                  <a:pt x="5743956" y="6954266"/>
                </a:lnTo>
                <a:close/>
                <a:moveTo>
                  <a:pt x="5477256" y="6954266"/>
                </a:moveTo>
                <a:lnTo>
                  <a:pt x="5362956" y="6954266"/>
                </a:lnTo>
                <a:lnTo>
                  <a:pt x="5362956" y="6916166"/>
                </a:lnTo>
                <a:lnTo>
                  <a:pt x="5477256" y="6916166"/>
                </a:lnTo>
                <a:close/>
                <a:moveTo>
                  <a:pt x="5210556" y="6916166"/>
                </a:moveTo>
                <a:lnTo>
                  <a:pt x="5096256" y="6916166"/>
                </a:lnTo>
                <a:lnTo>
                  <a:pt x="5096256" y="6878066"/>
                </a:lnTo>
                <a:lnTo>
                  <a:pt x="5210556" y="6878066"/>
                </a:lnTo>
                <a:close/>
                <a:moveTo>
                  <a:pt x="4943856" y="6878066"/>
                </a:moveTo>
                <a:lnTo>
                  <a:pt x="4829556" y="6878066"/>
                </a:lnTo>
                <a:lnTo>
                  <a:pt x="4829556" y="6839966"/>
                </a:lnTo>
                <a:lnTo>
                  <a:pt x="4943856" y="6839966"/>
                </a:lnTo>
                <a:close/>
                <a:moveTo>
                  <a:pt x="4677156" y="6839966"/>
                </a:moveTo>
                <a:lnTo>
                  <a:pt x="4562856" y="6839966"/>
                </a:lnTo>
                <a:lnTo>
                  <a:pt x="4562856" y="6801866"/>
                </a:lnTo>
                <a:lnTo>
                  <a:pt x="4677156" y="6801866"/>
                </a:lnTo>
                <a:close/>
                <a:moveTo>
                  <a:pt x="4410456" y="6801866"/>
                </a:moveTo>
                <a:lnTo>
                  <a:pt x="4296156" y="6801866"/>
                </a:lnTo>
                <a:lnTo>
                  <a:pt x="4296156" y="6763766"/>
                </a:lnTo>
                <a:lnTo>
                  <a:pt x="4410456" y="6763766"/>
                </a:lnTo>
                <a:close/>
                <a:moveTo>
                  <a:pt x="4143756" y="6763766"/>
                </a:moveTo>
                <a:lnTo>
                  <a:pt x="4029456" y="6763766"/>
                </a:lnTo>
                <a:lnTo>
                  <a:pt x="4029456" y="6725666"/>
                </a:lnTo>
                <a:lnTo>
                  <a:pt x="4143756" y="6725666"/>
                </a:lnTo>
                <a:close/>
                <a:moveTo>
                  <a:pt x="3877056" y="6725666"/>
                </a:moveTo>
                <a:lnTo>
                  <a:pt x="3762756" y="6725666"/>
                </a:lnTo>
                <a:lnTo>
                  <a:pt x="3762756" y="6687566"/>
                </a:lnTo>
                <a:lnTo>
                  <a:pt x="3877056" y="6687566"/>
                </a:lnTo>
                <a:close/>
                <a:moveTo>
                  <a:pt x="3610356" y="6687566"/>
                </a:moveTo>
                <a:lnTo>
                  <a:pt x="3496056" y="6687566"/>
                </a:lnTo>
                <a:lnTo>
                  <a:pt x="3496056" y="6649466"/>
                </a:lnTo>
                <a:lnTo>
                  <a:pt x="3610356" y="6649466"/>
                </a:lnTo>
                <a:close/>
                <a:moveTo>
                  <a:pt x="3343656" y="6649466"/>
                </a:moveTo>
                <a:lnTo>
                  <a:pt x="3229356" y="6649466"/>
                </a:lnTo>
                <a:lnTo>
                  <a:pt x="3229356" y="6611366"/>
                </a:lnTo>
                <a:lnTo>
                  <a:pt x="3343656" y="6611366"/>
                </a:lnTo>
                <a:close/>
                <a:moveTo>
                  <a:pt x="3076956" y="6611366"/>
                </a:moveTo>
                <a:lnTo>
                  <a:pt x="3045333" y="6611366"/>
                </a:lnTo>
                <a:lnTo>
                  <a:pt x="3045333" y="6592316"/>
                </a:lnTo>
                <a:lnTo>
                  <a:pt x="3045333" y="6611366"/>
                </a:lnTo>
                <a:cubicBezTo>
                  <a:pt x="3017520" y="6611366"/>
                  <a:pt x="2989707" y="6611112"/>
                  <a:pt x="2962021" y="6610604"/>
                </a:cubicBezTo>
                <a:lnTo>
                  <a:pt x="2962783" y="6572504"/>
                </a:lnTo>
                <a:cubicBezTo>
                  <a:pt x="2990215" y="6573012"/>
                  <a:pt x="3017774" y="6573266"/>
                  <a:pt x="3045333" y="6573266"/>
                </a:cubicBezTo>
                <a:lnTo>
                  <a:pt x="3076956" y="6573266"/>
                </a:lnTo>
                <a:close/>
                <a:moveTo>
                  <a:pt x="2809240" y="6566789"/>
                </a:moveTo>
                <a:cubicBezTo>
                  <a:pt x="2770886" y="6564757"/>
                  <a:pt x="2732659" y="6562090"/>
                  <a:pt x="2694559" y="6559042"/>
                </a:cubicBezTo>
                <a:lnTo>
                  <a:pt x="2697607" y="6521069"/>
                </a:lnTo>
                <a:cubicBezTo>
                  <a:pt x="2735326" y="6524117"/>
                  <a:pt x="2773299" y="6526784"/>
                  <a:pt x="2811272" y="6528816"/>
                </a:cubicBezTo>
                <a:close/>
                <a:moveTo>
                  <a:pt x="2544318" y="6505829"/>
                </a:moveTo>
                <a:cubicBezTo>
                  <a:pt x="2506218" y="6501384"/>
                  <a:pt x="2468372" y="6496431"/>
                  <a:pt x="2430526" y="6490843"/>
                </a:cubicBezTo>
                <a:lnTo>
                  <a:pt x="2435987" y="6453124"/>
                </a:lnTo>
                <a:cubicBezTo>
                  <a:pt x="2473452" y="6458585"/>
                  <a:pt x="2511044" y="6463538"/>
                  <a:pt x="2548763" y="6467856"/>
                </a:cubicBezTo>
                <a:close/>
                <a:moveTo>
                  <a:pt x="2283841" y="6428232"/>
                </a:moveTo>
                <a:cubicBezTo>
                  <a:pt x="2246122" y="6421374"/>
                  <a:pt x="2208657" y="6414008"/>
                  <a:pt x="2171319" y="6406134"/>
                </a:cubicBezTo>
                <a:lnTo>
                  <a:pt x="2179193" y="6368796"/>
                </a:lnTo>
                <a:cubicBezTo>
                  <a:pt x="2216150" y="6376543"/>
                  <a:pt x="2253361" y="6383909"/>
                  <a:pt x="2290699" y="6390640"/>
                </a:cubicBezTo>
                <a:close/>
                <a:moveTo>
                  <a:pt x="2028952" y="6334379"/>
                </a:moveTo>
                <a:cubicBezTo>
                  <a:pt x="1991741" y="6325108"/>
                  <a:pt x="1954657" y="6315456"/>
                  <a:pt x="1917827" y="6305169"/>
                </a:cubicBezTo>
                <a:lnTo>
                  <a:pt x="1927987" y="6268466"/>
                </a:lnTo>
                <a:cubicBezTo>
                  <a:pt x="1964436" y="6278626"/>
                  <a:pt x="2001139" y="6288278"/>
                  <a:pt x="2038096" y="6297422"/>
                </a:cubicBezTo>
                <a:close/>
                <a:moveTo>
                  <a:pt x="1780286" y="6224778"/>
                </a:moveTo>
                <a:cubicBezTo>
                  <a:pt x="1743710" y="6213221"/>
                  <a:pt x="1707388" y="6201156"/>
                  <a:pt x="1671193" y="6188583"/>
                </a:cubicBezTo>
                <a:lnTo>
                  <a:pt x="1683639" y="6152642"/>
                </a:lnTo>
                <a:cubicBezTo>
                  <a:pt x="1719453" y="6165088"/>
                  <a:pt x="1755521" y="6177026"/>
                  <a:pt x="1791716" y="6188456"/>
                </a:cubicBezTo>
                <a:close/>
                <a:moveTo>
                  <a:pt x="1538986" y="6099556"/>
                </a:moveTo>
                <a:cubicBezTo>
                  <a:pt x="1503299" y="6085713"/>
                  <a:pt x="1467866" y="6071362"/>
                  <a:pt x="1432560" y="6056630"/>
                </a:cubicBezTo>
                <a:lnTo>
                  <a:pt x="1447292" y="6021451"/>
                </a:lnTo>
                <a:cubicBezTo>
                  <a:pt x="1482217" y="6036056"/>
                  <a:pt x="1517396" y="6050280"/>
                  <a:pt x="1552702" y="6063996"/>
                </a:cubicBezTo>
                <a:close/>
                <a:moveTo>
                  <a:pt x="2463800" y="8086090"/>
                </a:moveTo>
                <a:cubicBezTo>
                  <a:pt x="2429002" y="8069961"/>
                  <a:pt x="2394585" y="8053451"/>
                  <a:pt x="2360295" y="8036433"/>
                </a:cubicBezTo>
                <a:lnTo>
                  <a:pt x="2377186" y="8002270"/>
                </a:lnTo>
                <a:cubicBezTo>
                  <a:pt x="2411095" y="8019161"/>
                  <a:pt x="2445385" y="8035544"/>
                  <a:pt x="2479802" y="8051419"/>
                </a:cubicBezTo>
                <a:close/>
                <a:moveTo>
                  <a:pt x="2240407" y="7931404"/>
                </a:moveTo>
                <a:cubicBezTo>
                  <a:pt x="2206752" y="7913116"/>
                  <a:pt x="2173224" y="7894447"/>
                  <a:pt x="2140204" y="7875270"/>
                </a:cubicBezTo>
                <a:lnTo>
                  <a:pt x="2159254" y="7842250"/>
                </a:lnTo>
                <a:cubicBezTo>
                  <a:pt x="2192147" y="7861173"/>
                  <a:pt x="2225167" y="7879715"/>
                  <a:pt x="2258568" y="7897876"/>
                </a:cubicBezTo>
                <a:close/>
                <a:moveTo>
                  <a:pt x="2027174" y="7762875"/>
                </a:moveTo>
                <a:cubicBezTo>
                  <a:pt x="1994789" y="7742555"/>
                  <a:pt x="1962531" y="7721854"/>
                  <a:pt x="1930781" y="7700645"/>
                </a:cubicBezTo>
                <a:lnTo>
                  <a:pt x="1951863" y="7668895"/>
                </a:lnTo>
                <a:cubicBezTo>
                  <a:pt x="1983486" y="7689850"/>
                  <a:pt x="2015236" y="7710424"/>
                  <a:pt x="2047494" y="7730617"/>
                </a:cubicBezTo>
                <a:close/>
                <a:moveTo>
                  <a:pt x="1825117" y="7581392"/>
                </a:moveTo>
                <a:cubicBezTo>
                  <a:pt x="1794002" y="7559040"/>
                  <a:pt x="1763268" y="7536307"/>
                  <a:pt x="1732788" y="7513193"/>
                </a:cubicBezTo>
                <a:lnTo>
                  <a:pt x="1755775" y="7482840"/>
                </a:lnTo>
                <a:cubicBezTo>
                  <a:pt x="1786001" y="7505700"/>
                  <a:pt x="1816481" y="7528306"/>
                  <a:pt x="1847342" y="7550404"/>
                </a:cubicBezTo>
                <a:close/>
                <a:moveTo>
                  <a:pt x="1634744" y="7387463"/>
                </a:moveTo>
                <a:cubicBezTo>
                  <a:pt x="1605153" y="7363206"/>
                  <a:pt x="1575816" y="7338568"/>
                  <a:pt x="1546860" y="7313549"/>
                </a:cubicBezTo>
                <a:lnTo>
                  <a:pt x="1571752" y="7284720"/>
                </a:lnTo>
                <a:cubicBezTo>
                  <a:pt x="1600454" y="7309485"/>
                  <a:pt x="1629537" y="7333869"/>
                  <a:pt x="1658874" y="7357872"/>
                </a:cubicBezTo>
                <a:close/>
                <a:moveTo>
                  <a:pt x="1456944" y="7181977"/>
                </a:moveTo>
                <a:cubicBezTo>
                  <a:pt x="1428877" y="7155942"/>
                  <a:pt x="1401191" y="7129526"/>
                  <a:pt x="1373886" y="7102729"/>
                </a:cubicBezTo>
                <a:lnTo>
                  <a:pt x="1400556" y="7075551"/>
                </a:lnTo>
                <a:cubicBezTo>
                  <a:pt x="1427607" y="7102094"/>
                  <a:pt x="1455166" y="7128256"/>
                  <a:pt x="1482979" y="7154037"/>
                </a:cubicBezTo>
                <a:close/>
                <a:moveTo>
                  <a:pt x="1292479" y="6965823"/>
                </a:moveTo>
                <a:cubicBezTo>
                  <a:pt x="1266063" y="6938137"/>
                  <a:pt x="1240155" y="6909943"/>
                  <a:pt x="1214501" y="6881622"/>
                </a:cubicBezTo>
                <a:lnTo>
                  <a:pt x="1242822" y="6856095"/>
                </a:lnTo>
                <a:cubicBezTo>
                  <a:pt x="1268222" y="6884289"/>
                  <a:pt x="1294003" y="6912102"/>
                  <a:pt x="1320165" y="6939661"/>
                </a:cubicBezTo>
                <a:close/>
                <a:moveTo>
                  <a:pt x="987171" y="6955028"/>
                </a:moveTo>
                <a:cubicBezTo>
                  <a:pt x="962660" y="6925691"/>
                  <a:pt x="938403" y="6896100"/>
                  <a:pt x="914654" y="6866001"/>
                </a:cubicBezTo>
                <a:lnTo>
                  <a:pt x="944499" y="6842379"/>
                </a:lnTo>
                <a:cubicBezTo>
                  <a:pt x="968121" y="6872097"/>
                  <a:pt x="991997" y="6901435"/>
                  <a:pt x="1016381" y="6930517"/>
                </a:cubicBezTo>
                <a:close/>
                <a:moveTo>
                  <a:pt x="821690" y="6744335"/>
                </a:moveTo>
                <a:cubicBezTo>
                  <a:pt x="798957" y="6713474"/>
                  <a:pt x="776732" y="6682359"/>
                  <a:pt x="754888" y="6650990"/>
                </a:cubicBezTo>
                <a:lnTo>
                  <a:pt x="786130" y="6629273"/>
                </a:lnTo>
                <a:cubicBezTo>
                  <a:pt x="807847" y="6660388"/>
                  <a:pt x="829818" y="6691249"/>
                  <a:pt x="852297" y="6721856"/>
                </a:cubicBezTo>
                <a:close/>
                <a:moveTo>
                  <a:pt x="669798" y="6523736"/>
                </a:moveTo>
                <a:cubicBezTo>
                  <a:pt x="649097" y="6491605"/>
                  <a:pt x="628777" y="6459093"/>
                  <a:pt x="608965" y="6426327"/>
                </a:cubicBezTo>
                <a:lnTo>
                  <a:pt x="641604" y="6406642"/>
                </a:lnTo>
                <a:cubicBezTo>
                  <a:pt x="661289" y="6439154"/>
                  <a:pt x="681355" y="6471285"/>
                  <a:pt x="701802" y="6503162"/>
                </a:cubicBezTo>
                <a:close/>
                <a:moveTo>
                  <a:pt x="532130" y="6293993"/>
                </a:moveTo>
                <a:cubicBezTo>
                  <a:pt x="513588" y="6260592"/>
                  <a:pt x="495427" y="6226937"/>
                  <a:pt x="477647" y="6192901"/>
                </a:cubicBezTo>
                <a:lnTo>
                  <a:pt x="511429" y="6175248"/>
                </a:lnTo>
                <a:cubicBezTo>
                  <a:pt x="528955" y="6208903"/>
                  <a:pt x="546989" y="6242304"/>
                  <a:pt x="565404" y="6275324"/>
                </a:cubicBezTo>
                <a:close/>
                <a:moveTo>
                  <a:pt x="442595" y="6037326"/>
                </a:moveTo>
                <a:cubicBezTo>
                  <a:pt x="426212" y="6002782"/>
                  <a:pt x="410210" y="5968111"/>
                  <a:pt x="394589" y="5933059"/>
                </a:cubicBezTo>
                <a:lnTo>
                  <a:pt x="429387" y="5917565"/>
                </a:lnTo>
                <a:cubicBezTo>
                  <a:pt x="444754" y="5952236"/>
                  <a:pt x="460629" y="5986653"/>
                  <a:pt x="476885" y="6020943"/>
                </a:cubicBezTo>
                <a:close/>
                <a:moveTo>
                  <a:pt x="369443" y="5775706"/>
                </a:moveTo>
                <a:cubicBezTo>
                  <a:pt x="355219" y="5740146"/>
                  <a:pt x="341503" y="5704459"/>
                  <a:pt x="328168" y="5668518"/>
                </a:cubicBezTo>
                <a:lnTo>
                  <a:pt x="363855" y="5655310"/>
                </a:lnTo>
                <a:cubicBezTo>
                  <a:pt x="377063" y="5690997"/>
                  <a:pt x="390652" y="5726430"/>
                  <a:pt x="404749" y="5761609"/>
                </a:cubicBezTo>
                <a:close/>
                <a:moveTo>
                  <a:pt x="313055" y="5509895"/>
                </a:moveTo>
                <a:cubicBezTo>
                  <a:pt x="301117" y="5473573"/>
                  <a:pt x="289687" y="5437124"/>
                  <a:pt x="278765" y="5400294"/>
                </a:cubicBezTo>
                <a:lnTo>
                  <a:pt x="315214" y="5389372"/>
                </a:lnTo>
                <a:cubicBezTo>
                  <a:pt x="326009" y="5425821"/>
                  <a:pt x="337439" y="5462016"/>
                  <a:pt x="349250" y="5497957"/>
                </a:cubicBezTo>
                <a:close/>
                <a:moveTo>
                  <a:pt x="273812" y="5240782"/>
                </a:moveTo>
                <a:cubicBezTo>
                  <a:pt x="264287" y="5203825"/>
                  <a:pt x="255143" y="5166741"/>
                  <a:pt x="246634" y="5129403"/>
                </a:cubicBezTo>
                <a:lnTo>
                  <a:pt x="283718" y="5120894"/>
                </a:lnTo>
                <a:cubicBezTo>
                  <a:pt x="292227" y="5157851"/>
                  <a:pt x="301244" y="5194681"/>
                  <a:pt x="310642" y="5231257"/>
                </a:cubicBezTo>
                <a:close/>
                <a:moveTo>
                  <a:pt x="75946" y="5040630"/>
                </a:moveTo>
                <a:cubicBezTo>
                  <a:pt x="68707" y="5003165"/>
                  <a:pt x="61976" y="4965446"/>
                  <a:pt x="55880" y="4927600"/>
                </a:cubicBezTo>
                <a:lnTo>
                  <a:pt x="93472" y="4921377"/>
                </a:lnTo>
                <a:cubicBezTo>
                  <a:pt x="99568" y="4958842"/>
                  <a:pt x="106299" y="4996180"/>
                  <a:pt x="113411" y="5033391"/>
                </a:cubicBezTo>
                <a:close/>
                <a:moveTo>
                  <a:pt x="33782" y="4776216"/>
                </a:moveTo>
                <a:cubicBezTo>
                  <a:pt x="28956" y="4738243"/>
                  <a:pt x="24638" y="4700143"/>
                  <a:pt x="20828" y="4661916"/>
                </a:cubicBezTo>
                <a:lnTo>
                  <a:pt x="58801" y="4658106"/>
                </a:lnTo>
                <a:cubicBezTo>
                  <a:pt x="62611" y="4695952"/>
                  <a:pt x="66802" y="4733798"/>
                  <a:pt x="71628" y="4771390"/>
                </a:cubicBezTo>
                <a:close/>
                <a:moveTo>
                  <a:pt x="46355" y="4504690"/>
                </a:moveTo>
                <a:cubicBezTo>
                  <a:pt x="43942" y="4466590"/>
                  <a:pt x="42037" y="4428363"/>
                  <a:pt x="40640" y="4390009"/>
                </a:cubicBezTo>
                <a:lnTo>
                  <a:pt x="78740" y="4388612"/>
                </a:lnTo>
                <a:cubicBezTo>
                  <a:pt x="80137" y="4426585"/>
                  <a:pt x="82042" y="4464431"/>
                  <a:pt x="84328" y="4502150"/>
                </a:cubicBezTo>
                <a:close/>
                <a:moveTo>
                  <a:pt x="0" y="4241546"/>
                </a:moveTo>
                <a:cubicBezTo>
                  <a:pt x="0" y="4240657"/>
                  <a:pt x="0" y="4239768"/>
                  <a:pt x="0" y="4238752"/>
                </a:cubicBezTo>
                <a:lnTo>
                  <a:pt x="19050" y="4238752"/>
                </a:lnTo>
                <a:lnTo>
                  <a:pt x="0" y="4238752"/>
                </a:lnTo>
                <a:lnTo>
                  <a:pt x="19050" y="4238752"/>
                </a:lnTo>
                <a:lnTo>
                  <a:pt x="0" y="4238752"/>
                </a:lnTo>
                <a:cubicBezTo>
                  <a:pt x="0" y="4200271"/>
                  <a:pt x="508" y="4161917"/>
                  <a:pt x="1524" y="4123690"/>
                </a:cubicBezTo>
                <a:lnTo>
                  <a:pt x="39624" y="4124706"/>
                </a:lnTo>
                <a:cubicBezTo>
                  <a:pt x="38608" y="4162552"/>
                  <a:pt x="38100" y="4200652"/>
                  <a:pt x="38100" y="4238752"/>
                </a:cubicBezTo>
                <a:cubicBezTo>
                  <a:pt x="38100" y="4239641"/>
                  <a:pt x="38100" y="4240530"/>
                  <a:pt x="38100" y="4241419"/>
                </a:cubicBezTo>
                <a:close/>
              </a:path>
            </a:pathLst>
          </a:custGeom>
          <a:solidFill>
            <a:srgbClr val="C0C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-2938578" y="2277330"/>
            <a:ext cx="26025539" cy="6962680"/>
          </a:xfrm>
          <a:custGeom>
            <a:avLst/>
            <a:gdLst/>
            <a:ahLst/>
            <a:cxnLst/>
            <a:rect l="l" t="t" r="r" b="b"/>
            <a:pathLst>
              <a:path w="34700719" h="9283573" extrusionOk="0">
                <a:moveTo>
                  <a:pt x="0" y="4032250"/>
                </a:moveTo>
                <a:cubicBezTo>
                  <a:pt x="0" y="1805305"/>
                  <a:pt x="1805305" y="0"/>
                  <a:pt x="4032250" y="0"/>
                </a:cubicBezTo>
                <a:lnTo>
                  <a:pt x="30668469" y="0"/>
                </a:lnTo>
                <a:cubicBezTo>
                  <a:pt x="32895415" y="0"/>
                  <a:pt x="34700719" y="1805305"/>
                  <a:pt x="34700719" y="4032250"/>
                </a:cubicBezTo>
                <a:lnTo>
                  <a:pt x="34700719" y="5251323"/>
                </a:lnTo>
                <a:cubicBezTo>
                  <a:pt x="34700719" y="7478268"/>
                  <a:pt x="32895415" y="9283573"/>
                  <a:pt x="30668469" y="9283573"/>
                </a:cubicBezTo>
                <a:lnTo>
                  <a:pt x="4032250" y="9283573"/>
                </a:lnTo>
                <a:cubicBezTo>
                  <a:pt x="1805305" y="9283573"/>
                  <a:pt x="0" y="7478268"/>
                  <a:pt x="0" y="52513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0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685" name="Google Shape;685;p30"/>
          <p:cNvSpPr txBox="1"/>
          <p:nvPr/>
        </p:nvSpPr>
        <p:spPr>
          <a:xfrm>
            <a:off x="2588235" y="624615"/>
            <a:ext cx="15699763" cy="1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НАШИ ПАРТНЕРЫ</a:t>
            </a:r>
            <a:endParaRPr/>
          </a:p>
        </p:txBody>
      </p:sp>
      <p:sp>
        <p:nvSpPr>
          <p:cNvPr id="686" name="Google Shape;686;p30"/>
          <p:cNvSpPr/>
          <p:nvPr/>
        </p:nvSpPr>
        <p:spPr>
          <a:xfrm>
            <a:off x="3869660" y="3030622"/>
            <a:ext cx="3467549" cy="726671"/>
          </a:xfrm>
          <a:custGeom>
            <a:avLst/>
            <a:gdLst/>
            <a:ahLst/>
            <a:cxnLst/>
            <a:rect l="l" t="t" r="r" b="b"/>
            <a:pathLst>
              <a:path w="3467549" h="726671" extrusionOk="0">
                <a:moveTo>
                  <a:pt x="0" y="0"/>
                </a:moveTo>
                <a:lnTo>
                  <a:pt x="3467549" y="0"/>
                </a:lnTo>
                <a:lnTo>
                  <a:pt x="3467549" y="726672"/>
                </a:lnTo>
                <a:lnTo>
                  <a:pt x="0" y="726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570" b="-2570"/>
            </a:stretch>
          </a:blipFill>
          <a:ln>
            <a:noFill/>
          </a:ln>
        </p:spPr>
      </p:sp>
      <p:sp>
        <p:nvSpPr>
          <p:cNvPr id="687" name="Google Shape;687;p30"/>
          <p:cNvSpPr/>
          <p:nvPr/>
        </p:nvSpPr>
        <p:spPr>
          <a:xfrm>
            <a:off x="3869660" y="6274278"/>
            <a:ext cx="1975858" cy="412200"/>
          </a:xfrm>
          <a:custGeom>
            <a:avLst/>
            <a:gdLst/>
            <a:ahLst/>
            <a:cxnLst/>
            <a:rect l="l" t="t" r="r" b="b"/>
            <a:pathLst>
              <a:path w="1975858" h="412200" extrusionOk="0">
                <a:moveTo>
                  <a:pt x="0" y="0"/>
                </a:moveTo>
                <a:lnTo>
                  <a:pt x="1975858" y="0"/>
                </a:lnTo>
                <a:lnTo>
                  <a:pt x="1975858" y="412200"/>
                </a:lnTo>
                <a:lnTo>
                  <a:pt x="0" y="41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2028" b="-2028"/>
            </a:stretch>
          </a:blipFill>
          <a:ln>
            <a:noFill/>
          </a:ln>
        </p:spPr>
      </p:sp>
      <p:sp>
        <p:nvSpPr>
          <p:cNvPr id="688" name="Google Shape;688;p30"/>
          <p:cNvSpPr/>
          <p:nvPr/>
        </p:nvSpPr>
        <p:spPr>
          <a:xfrm>
            <a:off x="7041717" y="6100094"/>
            <a:ext cx="2571102" cy="616563"/>
          </a:xfrm>
          <a:custGeom>
            <a:avLst/>
            <a:gdLst/>
            <a:ahLst/>
            <a:cxnLst/>
            <a:rect l="l" t="t" r="r" b="b"/>
            <a:pathLst>
              <a:path w="2571102" h="616563" extrusionOk="0">
                <a:moveTo>
                  <a:pt x="0" y="0"/>
                </a:moveTo>
                <a:lnTo>
                  <a:pt x="2571102" y="0"/>
                </a:lnTo>
                <a:lnTo>
                  <a:pt x="2571102" y="616563"/>
                </a:lnTo>
                <a:lnTo>
                  <a:pt x="0" y="616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2305" b="-2305"/>
            </a:stretch>
          </a:blipFill>
          <a:ln>
            <a:noFill/>
          </a:ln>
        </p:spPr>
      </p:sp>
      <p:sp>
        <p:nvSpPr>
          <p:cNvPr id="689" name="Google Shape;689;p30"/>
          <p:cNvSpPr/>
          <p:nvPr/>
        </p:nvSpPr>
        <p:spPr>
          <a:xfrm>
            <a:off x="1170586" y="5873147"/>
            <a:ext cx="1462099" cy="1214462"/>
          </a:xfrm>
          <a:custGeom>
            <a:avLst/>
            <a:gdLst/>
            <a:ahLst/>
            <a:cxnLst/>
            <a:rect l="l" t="t" r="r" b="b"/>
            <a:pathLst>
              <a:path w="1462099" h="1214462" extrusionOk="0">
                <a:moveTo>
                  <a:pt x="0" y="0"/>
                </a:moveTo>
                <a:lnTo>
                  <a:pt x="1462099" y="0"/>
                </a:lnTo>
                <a:lnTo>
                  <a:pt x="1462099" y="1214462"/>
                </a:lnTo>
                <a:lnTo>
                  <a:pt x="0" y="12144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2588" b="-2588"/>
            </a:stretch>
          </a:blipFill>
          <a:ln>
            <a:noFill/>
          </a:ln>
        </p:spPr>
      </p:sp>
      <p:sp>
        <p:nvSpPr>
          <p:cNvPr id="690" name="Google Shape;690;p30"/>
          <p:cNvSpPr/>
          <p:nvPr/>
        </p:nvSpPr>
        <p:spPr>
          <a:xfrm>
            <a:off x="1170586" y="2885148"/>
            <a:ext cx="1546834" cy="1143317"/>
          </a:xfrm>
          <a:custGeom>
            <a:avLst/>
            <a:gdLst/>
            <a:ahLst/>
            <a:cxnLst/>
            <a:rect l="l" t="t" r="r" b="b"/>
            <a:pathLst>
              <a:path w="1546834" h="1143317" extrusionOk="0">
                <a:moveTo>
                  <a:pt x="0" y="0"/>
                </a:moveTo>
                <a:lnTo>
                  <a:pt x="1546835" y="0"/>
                </a:lnTo>
                <a:lnTo>
                  <a:pt x="1546835" y="1143317"/>
                </a:lnTo>
                <a:lnTo>
                  <a:pt x="0" y="1143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849"/>
            </a:stretch>
          </a:blipFill>
          <a:ln>
            <a:noFill/>
          </a:ln>
        </p:spPr>
      </p:sp>
      <p:sp>
        <p:nvSpPr>
          <p:cNvPr id="691" name="Google Shape;691;p30" descr="Сервис доставки продуктов «Самокат»"/>
          <p:cNvSpPr/>
          <p:nvPr/>
        </p:nvSpPr>
        <p:spPr>
          <a:xfrm>
            <a:off x="4350902" y="7638654"/>
            <a:ext cx="3653201" cy="513982"/>
          </a:xfrm>
          <a:custGeom>
            <a:avLst/>
            <a:gdLst/>
            <a:ahLst/>
            <a:cxnLst/>
            <a:rect l="l" t="t" r="r" b="b"/>
            <a:pathLst>
              <a:path w="3653201" h="513982" extrusionOk="0">
                <a:moveTo>
                  <a:pt x="0" y="0"/>
                </a:moveTo>
                <a:lnTo>
                  <a:pt x="3653201" y="0"/>
                </a:lnTo>
                <a:lnTo>
                  <a:pt x="3653201" y="513982"/>
                </a:lnTo>
                <a:lnTo>
                  <a:pt x="0" y="51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4819"/>
            </a:stretch>
          </a:blipFill>
          <a:ln>
            <a:noFill/>
          </a:ln>
        </p:spPr>
      </p:sp>
      <p:sp>
        <p:nvSpPr>
          <p:cNvPr id="692" name="Google Shape;692;p30" descr="Лента Сеть розничной торговли"/>
          <p:cNvSpPr/>
          <p:nvPr/>
        </p:nvSpPr>
        <p:spPr>
          <a:xfrm>
            <a:off x="10172787" y="5990647"/>
            <a:ext cx="2626910" cy="629902"/>
          </a:xfrm>
          <a:custGeom>
            <a:avLst/>
            <a:gdLst/>
            <a:ahLst/>
            <a:cxnLst/>
            <a:rect l="l" t="t" r="r" b="b"/>
            <a:pathLst>
              <a:path w="2626910" h="629902" extrusionOk="0">
                <a:moveTo>
                  <a:pt x="0" y="0"/>
                </a:moveTo>
                <a:lnTo>
                  <a:pt x="2626911" y="0"/>
                </a:lnTo>
                <a:lnTo>
                  <a:pt x="2626911" y="629902"/>
                </a:lnTo>
                <a:lnTo>
                  <a:pt x="0" y="629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4848"/>
            </a:stretch>
          </a:blipFill>
          <a:ln>
            <a:noFill/>
          </a:ln>
        </p:spPr>
      </p:sp>
      <p:sp>
        <p:nvSpPr>
          <p:cNvPr id="693" name="Google Shape;693;p30" descr="Клиенты"/>
          <p:cNvSpPr/>
          <p:nvPr/>
        </p:nvSpPr>
        <p:spPr>
          <a:xfrm>
            <a:off x="4170506" y="4028465"/>
            <a:ext cx="1576163" cy="1300818"/>
          </a:xfrm>
          <a:custGeom>
            <a:avLst/>
            <a:gdLst/>
            <a:ahLst/>
            <a:cxnLst/>
            <a:rect l="l" t="t" r="r" b="b"/>
            <a:pathLst>
              <a:path w="1576163" h="1300818" extrusionOk="0">
                <a:moveTo>
                  <a:pt x="0" y="0"/>
                </a:moveTo>
                <a:lnTo>
                  <a:pt x="1576163" y="0"/>
                </a:lnTo>
                <a:lnTo>
                  <a:pt x="1576163" y="1300817"/>
                </a:lnTo>
                <a:lnTo>
                  <a:pt x="0" y="1300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4856"/>
            </a:stretch>
          </a:blipFill>
          <a:ln>
            <a:noFill/>
          </a:ln>
        </p:spPr>
      </p:sp>
      <p:sp>
        <p:nvSpPr>
          <p:cNvPr id="694" name="Google Shape;694;p30" descr="BELUGA GROUP — крупнейшая российская алкогольная компания"/>
          <p:cNvSpPr/>
          <p:nvPr/>
        </p:nvSpPr>
        <p:spPr>
          <a:xfrm>
            <a:off x="12621102" y="7269453"/>
            <a:ext cx="1634557" cy="872085"/>
          </a:xfrm>
          <a:custGeom>
            <a:avLst/>
            <a:gdLst/>
            <a:ahLst/>
            <a:cxnLst/>
            <a:rect l="l" t="t" r="r" b="b"/>
            <a:pathLst>
              <a:path w="1634557" h="872085" extrusionOk="0">
                <a:moveTo>
                  <a:pt x="0" y="0"/>
                </a:moveTo>
                <a:lnTo>
                  <a:pt x="1634557" y="0"/>
                </a:lnTo>
                <a:lnTo>
                  <a:pt x="1634557" y="872085"/>
                </a:lnTo>
                <a:lnTo>
                  <a:pt x="0" y="872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856"/>
            </a:stretch>
          </a:blipFill>
          <a:ln>
            <a:noFill/>
          </a:ln>
        </p:spPr>
      </p:sp>
      <p:sp>
        <p:nvSpPr>
          <p:cNvPr id="695" name="Google Shape;695;p30" descr="Логотип «ВкусВилла»"/>
          <p:cNvSpPr/>
          <p:nvPr/>
        </p:nvSpPr>
        <p:spPr>
          <a:xfrm>
            <a:off x="11784513" y="4459801"/>
            <a:ext cx="1973636" cy="677405"/>
          </a:xfrm>
          <a:custGeom>
            <a:avLst/>
            <a:gdLst/>
            <a:ahLst/>
            <a:cxnLst/>
            <a:rect l="l" t="t" r="r" b="b"/>
            <a:pathLst>
              <a:path w="1973636" h="677405" extrusionOk="0">
                <a:moveTo>
                  <a:pt x="0" y="0"/>
                </a:moveTo>
                <a:lnTo>
                  <a:pt x="1973636" y="0"/>
                </a:lnTo>
                <a:lnTo>
                  <a:pt x="1973636" y="677405"/>
                </a:lnTo>
                <a:lnTo>
                  <a:pt x="0" y="677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-4870"/>
            </a:stretch>
          </a:blipFill>
          <a:ln>
            <a:noFill/>
          </a:ln>
        </p:spPr>
      </p:sp>
      <p:sp>
        <p:nvSpPr>
          <p:cNvPr id="696" name="Google Shape;696;p30" descr="Kirovsky Logo PNG Transparent &amp;amp; SVG Vector - Freebie Supply"/>
          <p:cNvSpPr/>
          <p:nvPr/>
        </p:nvSpPr>
        <p:spPr>
          <a:xfrm>
            <a:off x="15118726" y="7016344"/>
            <a:ext cx="1477634" cy="1409200"/>
          </a:xfrm>
          <a:custGeom>
            <a:avLst/>
            <a:gdLst/>
            <a:ahLst/>
            <a:cxnLst/>
            <a:rect l="l" t="t" r="r" b="b"/>
            <a:pathLst>
              <a:path w="1477634" h="1409200" extrusionOk="0">
                <a:moveTo>
                  <a:pt x="0" y="0"/>
                </a:moveTo>
                <a:lnTo>
                  <a:pt x="1477634" y="0"/>
                </a:lnTo>
                <a:lnTo>
                  <a:pt x="1477634" y="1409200"/>
                </a:lnTo>
                <a:lnTo>
                  <a:pt x="0" y="140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-4856"/>
            </a:stretch>
          </a:blipFill>
          <a:ln>
            <a:noFill/>
          </a:ln>
        </p:spPr>
      </p:sp>
      <p:sp>
        <p:nvSpPr>
          <p:cNvPr id="697" name="Google Shape;697;p30" descr="О КОМПАНИИ / Магазины Находка"/>
          <p:cNvSpPr/>
          <p:nvPr/>
        </p:nvSpPr>
        <p:spPr>
          <a:xfrm>
            <a:off x="9141063" y="4474414"/>
            <a:ext cx="1973636" cy="748972"/>
          </a:xfrm>
          <a:custGeom>
            <a:avLst/>
            <a:gdLst/>
            <a:ahLst/>
            <a:cxnLst/>
            <a:rect l="l" t="t" r="r" b="b"/>
            <a:pathLst>
              <a:path w="1973636" h="748972" extrusionOk="0">
                <a:moveTo>
                  <a:pt x="0" y="0"/>
                </a:moveTo>
                <a:lnTo>
                  <a:pt x="1973636" y="0"/>
                </a:lnTo>
                <a:lnTo>
                  <a:pt x="1973636" y="748972"/>
                </a:lnTo>
                <a:lnTo>
                  <a:pt x="0" y="7489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-4865"/>
            </a:stretch>
          </a:blipFill>
          <a:ln>
            <a:noFill/>
          </a:ln>
        </p:spPr>
      </p:sp>
      <p:sp>
        <p:nvSpPr>
          <p:cNvPr id="698" name="Google Shape;698;p30" descr="Ecobotanica"/>
          <p:cNvSpPr/>
          <p:nvPr/>
        </p:nvSpPr>
        <p:spPr>
          <a:xfrm>
            <a:off x="6425519" y="4143814"/>
            <a:ext cx="1793105" cy="1347588"/>
          </a:xfrm>
          <a:custGeom>
            <a:avLst/>
            <a:gdLst/>
            <a:ahLst/>
            <a:cxnLst/>
            <a:rect l="l" t="t" r="r" b="b"/>
            <a:pathLst>
              <a:path w="1793105" h="1347588" extrusionOk="0">
                <a:moveTo>
                  <a:pt x="0" y="0"/>
                </a:moveTo>
                <a:lnTo>
                  <a:pt x="1793104" y="0"/>
                </a:lnTo>
                <a:lnTo>
                  <a:pt x="1793104" y="1347588"/>
                </a:lnTo>
                <a:lnTo>
                  <a:pt x="0" y="1347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-4865"/>
            </a:stretch>
          </a:blipFill>
          <a:ln>
            <a:noFill/>
          </a:ln>
        </p:spPr>
      </p:sp>
      <p:sp>
        <p:nvSpPr>
          <p:cNvPr id="699" name="Google Shape;699;p30"/>
          <p:cNvSpPr/>
          <p:nvPr/>
        </p:nvSpPr>
        <p:spPr>
          <a:xfrm>
            <a:off x="808506" y="4551978"/>
            <a:ext cx="2096411" cy="738877"/>
          </a:xfrm>
          <a:custGeom>
            <a:avLst/>
            <a:gdLst/>
            <a:ahLst/>
            <a:cxnLst/>
            <a:rect l="l" t="t" r="r" b="b"/>
            <a:pathLst>
              <a:path w="2096411" h="738877" extrusionOk="0">
                <a:moveTo>
                  <a:pt x="0" y="0"/>
                </a:moveTo>
                <a:lnTo>
                  <a:pt x="2096411" y="0"/>
                </a:lnTo>
                <a:lnTo>
                  <a:pt x="2096411" y="738877"/>
                </a:lnTo>
                <a:lnTo>
                  <a:pt x="0" y="738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t="-2723" b="-2723"/>
            </a:stretch>
          </a:blipFill>
          <a:ln>
            <a:noFill/>
          </a:ln>
        </p:spPr>
      </p:sp>
      <p:sp>
        <p:nvSpPr>
          <p:cNvPr id="700" name="Google Shape;700;p30"/>
          <p:cNvSpPr/>
          <p:nvPr/>
        </p:nvSpPr>
        <p:spPr>
          <a:xfrm>
            <a:off x="808506" y="7720945"/>
            <a:ext cx="2864424" cy="515053"/>
          </a:xfrm>
          <a:custGeom>
            <a:avLst/>
            <a:gdLst/>
            <a:ahLst/>
            <a:cxnLst/>
            <a:rect l="l" t="t" r="r" b="b"/>
            <a:pathLst>
              <a:path w="2864424" h="515053" extrusionOk="0">
                <a:moveTo>
                  <a:pt x="0" y="0"/>
                </a:moveTo>
                <a:lnTo>
                  <a:pt x="2864424" y="0"/>
                </a:lnTo>
                <a:lnTo>
                  <a:pt x="2864424" y="515052"/>
                </a:lnTo>
                <a:lnTo>
                  <a:pt x="0" y="515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-4819"/>
            </a:stretch>
          </a:blipFill>
          <a:ln>
            <a:noFill/>
          </a:ln>
        </p:spPr>
      </p:sp>
      <p:sp>
        <p:nvSpPr>
          <p:cNvPr id="701" name="Google Shape;701;p30"/>
          <p:cNvSpPr/>
          <p:nvPr/>
        </p:nvSpPr>
        <p:spPr>
          <a:xfrm>
            <a:off x="13253703" y="6034978"/>
            <a:ext cx="3403881" cy="567313"/>
          </a:xfrm>
          <a:custGeom>
            <a:avLst/>
            <a:gdLst/>
            <a:ahLst/>
            <a:cxnLst/>
            <a:rect l="l" t="t" r="r" b="b"/>
            <a:pathLst>
              <a:path w="3403881" h="567313" extrusionOk="0">
                <a:moveTo>
                  <a:pt x="0" y="0"/>
                </a:moveTo>
                <a:lnTo>
                  <a:pt x="3403881" y="0"/>
                </a:lnTo>
                <a:lnTo>
                  <a:pt x="3403881" y="567314"/>
                </a:lnTo>
                <a:lnTo>
                  <a:pt x="0" y="567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02" name="Google Shape;702;p30"/>
          <p:cNvSpPr/>
          <p:nvPr/>
        </p:nvSpPr>
        <p:spPr>
          <a:xfrm>
            <a:off x="13344304" y="3249441"/>
            <a:ext cx="2983350" cy="914438"/>
          </a:xfrm>
          <a:custGeom>
            <a:avLst/>
            <a:gdLst/>
            <a:ahLst/>
            <a:cxnLst/>
            <a:rect l="l" t="t" r="r" b="b"/>
            <a:pathLst>
              <a:path w="2983350" h="914438" extrusionOk="0">
                <a:moveTo>
                  <a:pt x="0" y="0"/>
                </a:moveTo>
                <a:lnTo>
                  <a:pt x="2983350" y="0"/>
                </a:lnTo>
                <a:lnTo>
                  <a:pt x="2983350" y="914437"/>
                </a:lnTo>
                <a:lnTo>
                  <a:pt x="0" y="914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03" name="Google Shape;703;p30"/>
          <p:cNvSpPr/>
          <p:nvPr/>
        </p:nvSpPr>
        <p:spPr>
          <a:xfrm>
            <a:off x="8287671" y="3204700"/>
            <a:ext cx="3602397" cy="887518"/>
          </a:xfrm>
          <a:custGeom>
            <a:avLst/>
            <a:gdLst/>
            <a:ahLst/>
            <a:cxnLst/>
            <a:rect l="l" t="t" r="r" b="b"/>
            <a:pathLst>
              <a:path w="3602397" h="887518" extrusionOk="0">
                <a:moveTo>
                  <a:pt x="0" y="0"/>
                </a:moveTo>
                <a:lnTo>
                  <a:pt x="3602397" y="0"/>
                </a:lnTo>
                <a:lnTo>
                  <a:pt x="3602397" y="887519"/>
                </a:lnTo>
                <a:lnTo>
                  <a:pt x="0" y="887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04" name="Google Shape;704;p30"/>
          <p:cNvSpPr/>
          <p:nvPr/>
        </p:nvSpPr>
        <p:spPr>
          <a:xfrm>
            <a:off x="14152262" y="4412452"/>
            <a:ext cx="2505323" cy="768234"/>
          </a:xfrm>
          <a:custGeom>
            <a:avLst/>
            <a:gdLst/>
            <a:ahLst/>
            <a:cxnLst/>
            <a:rect l="l" t="t" r="r" b="b"/>
            <a:pathLst>
              <a:path w="2505323" h="768234" extrusionOk="0">
                <a:moveTo>
                  <a:pt x="0" y="0"/>
                </a:moveTo>
                <a:lnTo>
                  <a:pt x="2505322" y="0"/>
                </a:lnTo>
                <a:lnTo>
                  <a:pt x="2505322" y="768234"/>
                </a:lnTo>
                <a:lnTo>
                  <a:pt x="0" y="768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05" name="Google Shape;705;p30"/>
          <p:cNvSpPr/>
          <p:nvPr/>
        </p:nvSpPr>
        <p:spPr>
          <a:xfrm>
            <a:off x="8582568" y="7593364"/>
            <a:ext cx="3363588" cy="484356"/>
          </a:xfrm>
          <a:custGeom>
            <a:avLst/>
            <a:gdLst/>
            <a:ahLst/>
            <a:cxnLst/>
            <a:rect l="l" t="t" r="r" b="b"/>
            <a:pathLst>
              <a:path w="3363588" h="484356" extrusionOk="0">
                <a:moveTo>
                  <a:pt x="0" y="0"/>
                </a:moveTo>
                <a:lnTo>
                  <a:pt x="3363588" y="0"/>
                </a:lnTo>
                <a:lnTo>
                  <a:pt x="3363588" y="484356"/>
                </a:lnTo>
                <a:lnTo>
                  <a:pt x="0" y="484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1"/>
          <p:cNvSpPr/>
          <p:nvPr/>
        </p:nvSpPr>
        <p:spPr>
          <a:xfrm>
            <a:off x="9073971" y="-866054"/>
            <a:ext cx="12724638" cy="12724638"/>
          </a:xfrm>
          <a:custGeom>
            <a:avLst/>
            <a:gdLst/>
            <a:ahLst/>
            <a:cxnLst/>
            <a:rect l="l" t="t" r="r" b="b"/>
            <a:pathLst>
              <a:path w="16966185" h="16966185" extrusionOk="0">
                <a:moveTo>
                  <a:pt x="0" y="8483092"/>
                </a:moveTo>
                <a:cubicBezTo>
                  <a:pt x="0" y="3798062"/>
                  <a:pt x="3798062" y="0"/>
                  <a:pt x="8483092" y="0"/>
                </a:cubicBezTo>
                <a:cubicBezTo>
                  <a:pt x="13168123" y="0"/>
                  <a:pt x="16966185" y="3798062"/>
                  <a:pt x="16966185" y="8483092"/>
                </a:cubicBezTo>
                <a:cubicBezTo>
                  <a:pt x="16966185" y="13168123"/>
                  <a:pt x="13168123" y="16966185"/>
                  <a:pt x="8483092" y="16966185"/>
                </a:cubicBezTo>
                <a:cubicBezTo>
                  <a:pt x="3798062" y="16966185"/>
                  <a:pt x="0" y="13168122"/>
                  <a:pt x="0" y="8483092"/>
                </a:cubicBezTo>
                <a:close/>
              </a:path>
            </a:pathLst>
          </a:custGeom>
          <a:gradFill>
            <a:gsLst>
              <a:gs pos="0">
                <a:srgbClr val="EBEBEB">
                  <a:alpha val="0"/>
                </a:srgbClr>
              </a:gs>
              <a:gs pos="45000">
                <a:srgbClr val="FFFFFF">
                  <a:alpha val="15294"/>
                </a:srgbClr>
              </a:gs>
              <a:gs pos="100000">
                <a:srgbClr val="FFFFFF">
                  <a:alpha val="15294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1"/>
          <p:cNvSpPr txBox="1"/>
          <p:nvPr/>
        </p:nvSpPr>
        <p:spPr>
          <a:xfrm>
            <a:off x="1887246" y="2113461"/>
            <a:ext cx="6284400" cy="4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г. Москва, Новодмитровская улица, 2к2, 10 этаж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+7 </a:t>
            </a:r>
            <a:r>
              <a:rPr lang="en-US" sz="2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499) 504-88-04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info@rm-info.ru</a:t>
            </a: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sng" strike="noStrike" cap="none">
              <a:solidFill>
                <a:schemeClr val="hlink"/>
              </a:solidFill>
              <a:latin typeface="Open Sans"/>
              <a:ea typeface="Open Sans"/>
              <a:cs typeface="Open Sans"/>
              <a:sym typeface="Open Sans"/>
              <a:hlinkClick r:id="rId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sng" strike="noStrike" cap="none">
              <a:solidFill>
                <a:schemeClr val="hlink"/>
              </a:solidFill>
              <a:latin typeface="Open Sans"/>
              <a:ea typeface="Open Sans"/>
              <a:cs typeface="Open Sans"/>
              <a:sym typeface="Open Sans"/>
              <a:hlinkClick r:id="rId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12310640" y="8805354"/>
            <a:ext cx="551033" cy="93515"/>
          </a:xfrm>
          <a:custGeom>
            <a:avLst/>
            <a:gdLst/>
            <a:ahLst/>
            <a:cxnLst/>
            <a:rect l="l" t="t" r="r" b="b"/>
            <a:pathLst>
              <a:path w="551033" h="93515" extrusionOk="0">
                <a:moveTo>
                  <a:pt x="0" y="0"/>
                </a:moveTo>
                <a:lnTo>
                  <a:pt x="551033" y="0"/>
                </a:lnTo>
                <a:lnTo>
                  <a:pt x="551033" y="93515"/>
                </a:lnTo>
                <a:lnTo>
                  <a:pt x="0" y="935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713" name="Google Shape;713;p31"/>
          <p:cNvGrpSpPr/>
          <p:nvPr/>
        </p:nvGrpSpPr>
        <p:grpSpPr>
          <a:xfrm>
            <a:off x="14845078" y="3575889"/>
            <a:ext cx="174308" cy="616458"/>
            <a:chOff x="0" y="0"/>
            <a:chExt cx="232410" cy="821944"/>
          </a:xfrm>
        </p:grpSpPr>
        <p:sp>
          <p:nvSpPr>
            <p:cNvPr id="714" name="Google Shape;714;p31"/>
            <p:cNvSpPr/>
            <p:nvPr/>
          </p:nvSpPr>
          <p:spPr>
            <a:xfrm>
              <a:off x="0" y="0"/>
              <a:ext cx="226441" cy="225933"/>
            </a:xfrm>
            <a:custGeom>
              <a:avLst/>
              <a:gdLst/>
              <a:ahLst/>
              <a:cxnLst/>
              <a:rect l="l" t="t" r="r" b="b"/>
              <a:pathLst>
                <a:path w="226441" h="225933" extrusionOk="0">
                  <a:moveTo>
                    <a:pt x="226441" y="145923"/>
                  </a:moveTo>
                  <a:lnTo>
                    <a:pt x="81407" y="0"/>
                  </a:lnTo>
                  <a:lnTo>
                    <a:pt x="0" y="81407"/>
                  </a:lnTo>
                  <a:lnTo>
                    <a:pt x="146304" y="225933"/>
                  </a:lnTo>
                  <a:lnTo>
                    <a:pt x="226441" y="145923"/>
                  </a:ln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</p:sp>
        <p:sp>
          <p:nvSpPr>
            <p:cNvPr id="715" name="Google Shape;715;p31"/>
            <p:cNvSpPr/>
            <p:nvPr/>
          </p:nvSpPr>
          <p:spPr>
            <a:xfrm>
              <a:off x="2540" y="593217"/>
              <a:ext cx="229870" cy="228727"/>
            </a:xfrm>
            <a:custGeom>
              <a:avLst/>
              <a:gdLst/>
              <a:ahLst/>
              <a:cxnLst/>
              <a:rect l="l" t="t" r="r" b="b"/>
              <a:pathLst>
                <a:path w="229870" h="228727" extrusionOk="0">
                  <a:moveTo>
                    <a:pt x="229870" y="77089"/>
                  </a:moveTo>
                  <a:lnTo>
                    <a:pt x="150114" y="0"/>
                  </a:lnTo>
                  <a:lnTo>
                    <a:pt x="0" y="149860"/>
                  </a:lnTo>
                  <a:lnTo>
                    <a:pt x="77216" y="228727"/>
                  </a:lnTo>
                  <a:lnTo>
                    <a:pt x="229870" y="77089"/>
                  </a:ln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</p:sp>
      </p:grpSp>
      <p:sp>
        <p:nvSpPr>
          <p:cNvPr id="716" name="Google Shape;716;p31"/>
          <p:cNvSpPr/>
          <p:nvPr/>
        </p:nvSpPr>
        <p:spPr>
          <a:xfrm>
            <a:off x="14190451" y="2772955"/>
            <a:ext cx="629752" cy="1767242"/>
          </a:xfrm>
          <a:custGeom>
            <a:avLst/>
            <a:gdLst/>
            <a:ahLst/>
            <a:cxnLst/>
            <a:rect l="l" t="t" r="r" b="b"/>
            <a:pathLst>
              <a:path w="629752" h="1767242" extrusionOk="0">
                <a:moveTo>
                  <a:pt x="0" y="0"/>
                </a:moveTo>
                <a:lnTo>
                  <a:pt x="629752" y="0"/>
                </a:lnTo>
                <a:lnTo>
                  <a:pt x="629752" y="1767242"/>
                </a:lnTo>
                <a:lnTo>
                  <a:pt x="0" y="176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17" name="Google Shape;717;p31"/>
          <p:cNvSpPr/>
          <p:nvPr/>
        </p:nvSpPr>
        <p:spPr>
          <a:xfrm>
            <a:off x="14069381" y="4066938"/>
            <a:ext cx="97138" cy="122171"/>
          </a:xfrm>
          <a:custGeom>
            <a:avLst/>
            <a:gdLst/>
            <a:ahLst/>
            <a:cxnLst/>
            <a:rect l="l" t="t" r="r" b="b"/>
            <a:pathLst>
              <a:path w="97138" h="122171" extrusionOk="0">
                <a:moveTo>
                  <a:pt x="0" y="0"/>
                </a:moveTo>
                <a:lnTo>
                  <a:pt x="97138" y="0"/>
                </a:lnTo>
                <a:lnTo>
                  <a:pt x="97138" y="122171"/>
                </a:lnTo>
                <a:lnTo>
                  <a:pt x="0" y="122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308" r="-308"/>
            </a:stretch>
          </a:blipFill>
          <a:ln>
            <a:noFill/>
          </a:ln>
        </p:spPr>
      </p:sp>
      <p:sp>
        <p:nvSpPr>
          <p:cNvPr id="718" name="Google Shape;718;p31"/>
          <p:cNvSpPr/>
          <p:nvPr/>
        </p:nvSpPr>
        <p:spPr>
          <a:xfrm>
            <a:off x="13754978" y="3835662"/>
            <a:ext cx="407289" cy="326422"/>
          </a:xfrm>
          <a:custGeom>
            <a:avLst/>
            <a:gdLst/>
            <a:ahLst/>
            <a:cxnLst/>
            <a:rect l="l" t="t" r="r" b="b"/>
            <a:pathLst>
              <a:path w="543052" h="435229" extrusionOk="0">
                <a:moveTo>
                  <a:pt x="179705" y="0"/>
                </a:moveTo>
                <a:lnTo>
                  <a:pt x="113411" y="24511"/>
                </a:lnTo>
                <a:lnTo>
                  <a:pt x="57277" y="69469"/>
                </a:lnTo>
                <a:lnTo>
                  <a:pt x="17653" y="129286"/>
                </a:lnTo>
                <a:lnTo>
                  <a:pt x="0" y="199009"/>
                </a:lnTo>
                <a:lnTo>
                  <a:pt x="10033" y="282702"/>
                </a:lnTo>
                <a:lnTo>
                  <a:pt x="48260" y="355346"/>
                </a:lnTo>
                <a:lnTo>
                  <a:pt x="111887" y="408940"/>
                </a:lnTo>
                <a:lnTo>
                  <a:pt x="197358" y="435229"/>
                </a:lnTo>
                <a:lnTo>
                  <a:pt x="254889" y="434213"/>
                </a:lnTo>
                <a:lnTo>
                  <a:pt x="353568" y="389890"/>
                </a:lnTo>
                <a:lnTo>
                  <a:pt x="399923" y="338201"/>
                </a:lnTo>
                <a:lnTo>
                  <a:pt x="419227" y="308356"/>
                </a:lnTo>
                <a:lnTo>
                  <a:pt x="543052" y="308356"/>
                </a:lnTo>
                <a:lnTo>
                  <a:pt x="488442" y="171958"/>
                </a:lnTo>
                <a:lnTo>
                  <a:pt x="443738" y="112141"/>
                </a:lnTo>
                <a:lnTo>
                  <a:pt x="389636" y="62992"/>
                </a:lnTo>
                <a:lnTo>
                  <a:pt x="325374" y="25781"/>
                </a:lnTo>
                <a:lnTo>
                  <a:pt x="250698" y="1270"/>
                </a:lnTo>
                <a:lnTo>
                  <a:pt x="179705" y="0"/>
                </a:lnTo>
                <a:close/>
              </a:path>
            </a:pathLst>
          </a:custGeom>
          <a:solidFill>
            <a:srgbClr val="C0CF1F"/>
          </a:solidFill>
          <a:ln>
            <a:noFill/>
          </a:ln>
        </p:spPr>
      </p:sp>
      <p:sp>
        <p:nvSpPr>
          <p:cNvPr id="719" name="Google Shape;719;p31"/>
          <p:cNvSpPr/>
          <p:nvPr/>
        </p:nvSpPr>
        <p:spPr>
          <a:xfrm>
            <a:off x="13960907" y="3428528"/>
            <a:ext cx="182313" cy="183257"/>
          </a:xfrm>
          <a:custGeom>
            <a:avLst/>
            <a:gdLst/>
            <a:ahLst/>
            <a:cxnLst/>
            <a:rect l="l" t="t" r="r" b="b"/>
            <a:pathLst>
              <a:path w="182313" h="183257" extrusionOk="0">
                <a:moveTo>
                  <a:pt x="0" y="0"/>
                </a:moveTo>
                <a:lnTo>
                  <a:pt x="182313" y="0"/>
                </a:lnTo>
                <a:lnTo>
                  <a:pt x="182313" y="183257"/>
                </a:lnTo>
                <a:lnTo>
                  <a:pt x="0" y="183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58" r="-258"/>
            </a:stretch>
          </a:blipFill>
          <a:ln>
            <a:noFill/>
          </a:ln>
        </p:spPr>
      </p:sp>
      <p:sp>
        <p:nvSpPr>
          <p:cNvPr id="720" name="Google Shape;720;p31"/>
          <p:cNvSpPr/>
          <p:nvPr/>
        </p:nvSpPr>
        <p:spPr>
          <a:xfrm>
            <a:off x="14505012" y="4075597"/>
            <a:ext cx="158698" cy="156807"/>
          </a:xfrm>
          <a:custGeom>
            <a:avLst/>
            <a:gdLst/>
            <a:ahLst/>
            <a:cxnLst/>
            <a:rect l="l" t="t" r="r" b="b"/>
            <a:pathLst>
              <a:path w="158698" h="156807" extrusionOk="0">
                <a:moveTo>
                  <a:pt x="0" y="0"/>
                </a:moveTo>
                <a:lnTo>
                  <a:pt x="158698" y="0"/>
                </a:lnTo>
                <a:lnTo>
                  <a:pt x="158698" y="156807"/>
                </a:lnTo>
                <a:lnTo>
                  <a:pt x="0" y="1568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602" b="-602"/>
            </a:stretch>
          </a:blipFill>
          <a:ln>
            <a:noFill/>
          </a:ln>
        </p:spPr>
      </p:sp>
      <p:sp>
        <p:nvSpPr>
          <p:cNvPr id="721" name="Google Shape;721;p31"/>
          <p:cNvSpPr/>
          <p:nvPr/>
        </p:nvSpPr>
        <p:spPr>
          <a:xfrm>
            <a:off x="14522014" y="3257551"/>
            <a:ext cx="120911" cy="120912"/>
          </a:xfrm>
          <a:custGeom>
            <a:avLst/>
            <a:gdLst/>
            <a:ahLst/>
            <a:cxnLst/>
            <a:rect l="l" t="t" r="r" b="b"/>
            <a:pathLst>
              <a:path w="120911" h="120912" extrusionOk="0">
                <a:moveTo>
                  <a:pt x="0" y="0"/>
                </a:moveTo>
                <a:lnTo>
                  <a:pt x="120911" y="0"/>
                </a:lnTo>
                <a:lnTo>
                  <a:pt x="120911" y="120912"/>
                </a:lnTo>
                <a:lnTo>
                  <a:pt x="0" y="120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l="-2500" r="-2500"/>
            </a:stretch>
          </a:blipFill>
          <a:ln>
            <a:noFill/>
          </a:ln>
        </p:spPr>
      </p:sp>
      <p:sp>
        <p:nvSpPr>
          <p:cNvPr id="722" name="Google Shape;722;p31"/>
          <p:cNvSpPr/>
          <p:nvPr/>
        </p:nvSpPr>
        <p:spPr>
          <a:xfrm>
            <a:off x="13502762" y="2953379"/>
            <a:ext cx="431578" cy="430530"/>
          </a:xfrm>
          <a:custGeom>
            <a:avLst/>
            <a:gdLst/>
            <a:ahLst/>
            <a:cxnLst/>
            <a:rect l="l" t="t" r="r" b="b"/>
            <a:pathLst>
              <a:path w="575437" h="574040" extrusionOk="0">
                <a:moveTo>
                  <a:pt x="287528" y="0"/>
                </a:moveTo>
                <a:lnTo>
                  <a:pt x="211201" y="10287"/>
                </a:lnTo>
                <a:lnTo>
                  <a:pt x="142621" y="39243"/>
                </a:lnTo>
                <a:lnTo>
                  <a:pt x="84201" y="83947"/>
                </a:lnTo>
                <a:lnTo>
                  <a:pt x="39243" y="142113"/>
                </a:lnTo>
                <a:lnTo>
                  <a:pt x="10287" y="210820"/>
                </a:lnTo>
                <a:lnTo>
                  <a:pt x="0" y="287020"/>
                </a:lnTo>
                <a:lnTo>
                  <a:pt x="10287" y="363347"/>
                </a:lnTo>
                <a:lnTo>
                  <a:pt x="39243" y="431927"/>
                </a:lnTo>
                <a:lnTo>
                  <a:pt x="84201" y="489839"/>
                </a:lnTo>
                <a:lnTo>
                  <a:pt x="142621" y="534797"/>
                </a:lnTo>
                <a:lnTo>
                  <a:pt x="211201" y="563753"/>
                </a:lnTo>
                <a:lnTo>
                  <a:pt x="287655" y="574040"/>
                </a:lnTo>
                <a:lnTo>
                  <a:pt x="364236" y="563753"/>
                </a:lnTo>
                <a:lnTo>
                  <a:pt x="432943" y="534797"/>
                </a:lnTo>
                <a:lnTo>
                  <a:pt x="491236" y="489839"/>
                </a:lnTo>
                <a:lnTo>
                  <a:pt x="536194" y="431927"/>
                </a:lnTo>
                <a:lnTo>
                  <a:pt x="565150" y="363347"/>
                </a:lnTo>
                <a:lnTo>
                  <a:pt x="575437" y="286893"/>
                </a:lnTo>
                <a:lnTo>
                  <a:pt x="565150" y="210693"/>
                </a:lnTo>
                <a:lnTo>
                  <a:pt x="536194" y="142113"/>
                </a:lnTo>
                <a:lnTo>
                  <a:pt x="491236" y="83947"/>
                </a:lnTo>
                <a:lnTo>
                  <a:pt x="432943" y="39243"/>
                </a:lnTo>
                <a:lnTo>
                  <a:pt x="364236" y="10287"/>
                </a:lnTo>
                <a:lnTo>
                  <a:pt x="287528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grpSp>
        <p:nvGrpSpPr>
          <p:cNvPr id="723" name="Google Shape;723;p31"/>
          <p:cNvGrpSpPr/>
          <p:nvPr/>
        </p:nvGrpSpPr>
        <p:grpSpPr>
          <a:xfrm>
            <a:off x="15106740" y="3500394"/>
            <a:ext cx="444818" cy="784860"/>
            <a:chOff x="0" y="73152"/>
            <a:chExt cx="593090" cy="1046480"/>
          </a:xfrm>
        </p:grpSpPr>
        <p:sp>
          <p:nvSpPr>
            <p:cNvPr id="724" name="Google Shape;724;p31"/>
            <p:cNvSpPr/>
            <p:nvPr/>
          </p:nvSpPr>
          <p:spPr>
            <a:xfrm>
              <a:off x="0" y="73152"/>
              <a:ext cx="146304" cy="209931"/>
            </a:xfrm>
            <a:custGeom>
              <a:avLst/>
              <a:gdLst/>
              <a:ahLst/>
              <a:cxnLst/>
              <a:rect l="l" t="t" r="r" b="b"/>
              <a:pathLst>
                <a:path w="146304" h="209931" extrusionOk="0">
                  <a:moveTo>
                    <a:pt x="146304" y="0"/>
                  </a:moveTo>
                  <a:lnTo>
                    <a:pt x="146304" y="209931"/>
                  </a:lnTo>
                  <a:lnTo>
                    <a:pt x="0" y="209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</p:sp>
        <p:sp>
          <p:nvSpPr>
            <p:cNvPr id="725" name="Google Shape;725;p31"/>
            <p:cNvSpPr/>
            <p:nvPr/>
          </p:nvSpPr>
          <p:spPr>
            <a:xfrm>
              <a:off x="0" y="908177"/>
              <a:ext cx="146304" cy="211455"/>
            </a:xfrm>
            <a:custGeom>
              <a:avLst/>
              <a:gdLst/>
              <a:ahLst/>
              <a:cxnLst/>
              <a:rect l="l" t="t" r="r" b="b"/>
              <a:pathLst>
                <a:path w="146304" h="211455" extrusionOk="0">
                  <a:moveTo>
                    <a:pt x="146304" y="0"/>
                  </a:moveTo>
                  <a:lnTo>
                    <a:pt x="146304" y="211455"/>
                  </a:lnTo>
                  <a:lnTo>
                    <a:pt x="0" y="2114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</p:sp>
        <p:sp>
          <p:nvSpPr>
            <p:cNvPr id="726" name="Google Shape;726;p31"/>
            <p:cNvSpPr/>
            <p:nvPr/>
          </p:nvSpPr>
          <p:spPr>
            <a:xfrm>
              <a:off x="381762" y="525272"/>
              <a:ext cx="211328" cy="146304"/>
            </a:xfrm>
            <a:custGeom>
              <a:avLst/>
              <a:gdLst/>
              <a:ahLst/>
              <a:cxnLst/>
              <a:rect l="l" t="t" r="r" b="b"/>
              <a:pathLst>
                <a:path w="211328" h="146304" extrusionOk="0">
                  <a:moveTo>
                    <a:pt x="0" y="0"/>
                  </a:moveTo>
                  <a:lnTo>
                    <a:pt x="211328" y="0"/>
                  </a:lnTo>
                  <a:lnTo>
                    <a:pt x="21132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</p:sp>
      </p:grpSp>
      <p:grpSp>
        <p:nvGrpSpPr>
          <p:cNvPr id="727" name="Google Shape;727;p31"/>
          <p:cNvGrpSpPr/>
          <p:nvPr/>
        </p:nvGrpSpPr>
        <p:grpSpPr>
          <a:xfrm>
            <a:off x="15284330" y="3574944"/>
            <a:ext cx="171450" cy="615315"/>
            <a:chOff x="0" y="0"/>
            <a:chExt cx="228600" cy="820420"/>
          </a:xfrm>
        </p:grpSpPr>
        <p:sp>
          <p:nvSpPr>
            <p:cNvPr id="728" name="Google Shape;728;p31"/>
            <p:cNvSpPr/>
            <p:nvPr/>
          </p:nvSpPr>
          <p:spPr>
            <a:xfrm>
              <a:off x="0" y="591947"/>
              <a:ext cx="228473" cy="228473"/>
            </a:xfrm>
            <a:custGeom>
              <a:avLst/>
              <a:gdLst/>
              <a:ahLst/>
              <a:cxnLst/>
              <a:rect l="l" t="t" r="r" b="b"/>
              <a:pathLst>
                <a:path w="228473" h="228473" extrusionOk="0">
                  <a:moveTo>
                    <a:pt x="228346" y="145288"/>
                  </a:moveTo>
                  <a:lnTo>
                    <a:pt x="83566" y="0"/>
                  </a:lnTo>
                  <a:lnTo>
                    <a:pt x="0" y="82550"/>
                  </a:lnTo>
                  <a:lnTo>
                    <a:pt x="145923" y="228473"/>
                  </a:lnTo>
                  <a:lnTo>
                    <a:pt x="228473" y="145288"/>
                  </a:ln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</p:sp>
        <p:sp>
          <p:nvSpPr>
            <p:cNvPr id="729" name="Google Shape;729;p31"/>
            <p:cNvSpPr/>
            <p:nvPr/>
          </p:nvSpPr>
          <p:spPr>
            <a:xfrm>
              <a:off x="0" y="0"/>
              <a:ext cx="228600" cy="226314"/>
            </a:xfrm>
            <a:custGeom>
              <a:avLst/>
              <a:gdLst/>
              <a:ahLst/>
              <a:cxnLst/>
              <a:rect l="l" t="t" r="r" b="b"/>
              <a:pathLst>
                <a:path w="228600" h="226314" extrusionOk="0">
                  <a:moveTo>
                    <a:pt x="228600" y="79756"/>
                  </a:moveTo>
                  <a:lnTo>
                    <a:pt x="146939" y="0"/>
                  </a:lnTo>
                  <a:lnTo>
                    <a:pt x="0" y="149225"/>
                  </a:lnTo>
                  <a:lnTo>
                    <a:pt x="82931" y="226314"/>
                  </a:lnTo>
                  <a:lnTo>
                    <a:pt x="228600" y="79756"/>
                  </a:lnTo>
                  <a:close/>
                </a:path>
              </a:pathLst>
            </a:custGeom>
            <a:solidFill>
              <a:srgbClr val="C0CF1F"/>
            </a:solidFill>
            <a:ln>
              <a:noFill/>
            </a:ln>
          </p:spPr>
        </p:sp>
      </p:grpSp>
      <p:sp>
        <p:nvSpPr>
          <p:cNvPr id="730" name="Google Shape;730;p31"/>
          <p:cNvSpPr/>
          <p:nvPr/>
        </p:nvSpPr>
        <p:spPr>
          <a:xfrm>
            <a:off x="15665015" y="2989275"/>
            <a:ext cx="644709" cy="1294928"/>
          </a:xfrm>
          <a:custGeom>
            <a:avLst/>
            <a:gdLst/>
            <a:ahLst/>
            <a:cxnLst/>
            <a:rect l="l" t="t" r="r" b="b"/>
            <a:pathLst>
              <a:path w="644709" h="1294928" extrusionOk="0">
                <a:moveTo>
                  <a:pt x="0" y="0"/>
                </a:moveTo>
                <a:lnTo>
                  <a:pt x="644709" y="0"/>
                </a:lnTo>
                <a:lnTo>
                  <a:pt x="644709" y="1294928"/>
                </a:lnTo>
                <a:lnTo>
                  <a:pt x="0" y="129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31" name="Google Shape;731;p31"/>
          <p:cNvSpPr/>
          <p:nvPr/>
        </p:nvSpPr>
        <p:spPr>
          <a:xfrm>
            <a:off x="13870222" y="3428528"/>
            <a:ext cx="3228739" cy="5859525"/>
          </a:xfrm>
          <a:custGeom>
            <a:avLst/>
            <a:gdLst/>
            <a:ahLst/>
            <a:cxnLst/>
            <a:rect l="l" t="t" r="r" b="b"/>
            <a:pathLst>
              <a:path w="3228739" h="5859525" extrusionOk="0">
                <a:moveTo>
                  <a:pt x="0" y="0"/>
                </a:moveTo>
                <a:lnTo>
                  <a:pt x="3228739" y="0"/>
                </a:lnTo>
                <a:lnTo>
                  <a:pt x="3228739" y="5859525"/>
                </a:lnTo>
                <a:lnTo>
                  <a:pt x="0" y="5859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l="-35" r="-35"/>
            </a:stretch>
          </a:blipFill>
          <a:ln>
            <a:noFill/>
          </a:ln>
        </p:spPr>
      </p:sp>
      <p:grpSp>
        <p:nvGrpSpPr>
          <p:cNvPr id="732" name="Google Shape;732;p31"/>
          <p:cNvGrpSpPr/>
          <p:nvPr/>
        </p:nvGrpSpPr>
        <p:grpSpPr>
          <a:xfrm>
            <a:off x="15109574" y="2780591"/>
            <a:ext cx="1639253" cy="1780032"/>
            <a:chOff x="0" y="0"/>
            <a:chExt cx="2185670" cy="2373376"/>
          </a:xfrm>
        </p:grpSpPr>
        <p:sp>
          <p:nvSpPr>
            <p:cNvPr id="733" name="Google Shape;733;p31"/>
            <p:cNvSpPr/>
            <p:nvPr/>
          </p:nvSpPr>
          <p:spPr>
            <a:xfrm>
              <a:off x="0" y="2248027"/>
              <a:ext cx="121793" cy="125349"/>
            </a:xfrm>
            <a:custGeom>
              <a:avLst/>
              <a:gdLst/>
              <a:ahLst/>
              <a:cxnLst/>
              <a:rect l="l" t="t" r="r" b="b"/>
              <a:pathLst>
                <a:path w="121793" h="125349" extrusionOk="0">
                  <a:moveTo>
                    <a:pt x="121793" y="0"/>
                  </a:moveTo>
                  <a:lnTo>
                    <a:pt x="0" y="0"/>
                  </a:lnTo>
                  <a:lnTo>
                    <a:pt x="0" y="125349"/>
                  </a:lnTo>
                  <a:lnTo>
                    <a:pt x="121793" y="125349"/>
                  </a:lnTo>
                  <a:lnTo>
                    <a:pt x="121793" y="0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  <p:sp>
          <p:nvSpPr>
            <p:cNvPr id="734" name="Google Shape;734;p31"/>
            <p:cNvSpPr/>
            <p:nvPr/>
          </p:nvSpPr>
          <p:spPr>
            <a:xfrm>
              <a:off x="2065528" y="501269"/>
              <a:ext cx="118745" cy="122936"/>
            </a:xfrm>
            <a:custGeom>
              <a:avLst/>
              <a:gdLst/>
              <a:ahLst/>
              <a:cxnLst/>
              <a:rect l="l" t="t" r="r" b="b"/>
              <a:pathLst>
                <a:path w="118745" h="122936" extrusionOk="0">
                  <a:moveTo>
                    <a:pt x="118745" y="0"/>
                  </a:moveTo>
                  <a:lnTo>
                    <a:pt x="0" y="0"/>
                  </a:lnTo>
                  <a:lnTo>
                    <a:pt x="0" y="122936"/>
                  </a:lnTo>
                  <a:lnTo>
                    <a:pt x="118745" y="122936"/>
                  </a:lnTo>
                  <a:lnTo>
                    <a:pt x="118745" y="0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  <p:sp>
          <p:nvSpPr>
            <p:cNvPr id="735" name="Google Shape;735;p31"/>
            <p:cNvSpPr/>
            <p:nvPr/>
          </p:nvSpPr>
          <p:spPr>
            <a:xfrm>
              <a:off x="2065528" y="0"/>
              <a:ext cx="119253" cy="120142"/>
            </a:xfrm>
            <a:custGeom>
              <a:avLst/>
              <a:gdLst/>
              <a:ahLst/>
              <a:cxnLst/>
              <a:rect l="l" t="t" r="r" b="b"/>
              <a:pathLst>
                <a:path w="119253" h="120142" extrusionOk="0">
                  <a:moveTo>
                    <a:pt x="119253" y="0"/>
                  </a:moveTo>
                  <a:lnTo>
                    <a:pt x="0" y="0"/>
                  </a:lnTo>
                  <a:lnTo>
                    <a:pt x="0" y="120142"/>
                  </a:lnTo>
                  <a:lnTo>
                    <a:pt x="119253" y="120142"/>
                  </a:lnTo>
                  <a:lnTo>
                    <a:pt x="119253" y="0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  <p:sp>
          <p:nvSpPr>
            <p:cNvPr id="736" name="Google Shape;736;p31"/>
            <p:cNvSpPr/>
            <p:nvPr/>
          </p:nvSpPr>
          <p:spPr>
            <a:xfrm>
              <a:off x="2065528" y="250571"/>
              <a:ext cx="119634" cy="121539"/>
            </a:xfrm>
            <a:custGeom>
              <a:avLst/>
              <a:gdLst/>
              <a:ahLst/>
              <a:cxnLst/>
              <a:rect l="l" t="t" r="r" b="b"/>
              <a:pathLst>
                <a:path w="119634" h="121539" extrusionOk="0">
                  <a:moveTo>
                    <a:pt x="119634" y="0"/>
                  </a:moveTo>
                  <a:lnTo>
                    <a:pt x="0" y="0"/>
                  </a:lnTo>
                  <a:lnTo>
                    <a:pt x="0" y="121539"/>
                  </a:lnTo>
                  <a:lnTo>
                    <a:pt x="119634" y="121539"/>
                  </a:lnTo>
                  <a:lnTo>
                    <a:pt x="119634" y="0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  <p:sp>
          <p:nvSpPr>
            <p:cNvPr id="737" name="Google Shape;737;p31"/>
            <p:cNvSpPr/>
            <p:nvPr/>
          </p:nvSpPr>
          <p:spPr>
            <a:xfrm>
              <a:off x="2064258" y="731647"/>
              <a:ext cx="121412" cy="125857"/>
            </a:xfrm>
            <a:custGeom>
              <a:avLst/>
              <a:gdLst/>
              <a:ahLst/>
              <a:cxnLst/>
              <a:rect l="l" t="t" r="r" b="b"/>
              <a:pathLst>
                <a:path w="121412" h="125857" extrusionOk="0">
                  <a:moveTo>
                    <a:pt x="121412" y="0"/>
                  </a:moveTo>
                  <a:lnTo>
                    <a:pt x="0" y="0"/>
                  </a:lnTo>
                  <a:lnTo>
                    <a:pt x="0" y="125857"/>
                  </a:lnTo>
                  <a:lnTo>
                    <a:pt x="121412" y="125857"/>
                  </a:lnTo>
                  <a:lnTo>
                    <a:pt x="121412" y="0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</p:grpSp>
      <p:sp>
        <p:nvSpPr>
          <p:cNvPr id="738" name="Google Shape;738;p31"/>
          <p:cNvSpPr/>
          <p:nvPr/>
        </p:nvSpPr>
        <p:spPr>
          <a:xfrm>
            <a:off x="15080289" y="2862695"/>
            <a:ext cx="229545" cy="229543"/>
          </a:xfrm>
          <a:custGeom>
            <a:avLst/>
            <a:gdLst/>
            <a:ahLst/>
            <a:cxnLst/>
            <a:rect l="l" t="t" r="r" b="b"/>
            <a:pathLst>
              <a:path w="229545" h="229543" extrusionOk="0">
                <a:moveTo>
                  <a:pt x="0" y="0"/>
                </a:moveTo>
                <a:lnTo>
                  <a:pt x="229545" y="0"/>
                </a:lnTo>
                <a:lnTo>
                  <a:pt x="229545" y="229543"/>
                </a:lnTo>
                <a:lnTo>
                  <a:pt x="0" y="22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39" name="Google Shape;739;p31"/>
          <p:cNvSpPr/>
          <p:nvPr/>
        </p:nvSpPr>
        <p:spPr>
          <a:xfrm>
            <a:off x="13390351" y="1707416"/>
            <a:ext cx="340853" cy="388085"/>
          </a:xfrm>
          <a:custGeom>
            <a:avLst/>
            <a:gdLst/>
            <a:ahLst/>
            <a:cxnLst/>
            <a:rect l="l" t="t" r="r" b="b"/>
            <a:pathLst>
              <a:path w="340853" h="388085" extrusionOk="0">
                <a:moveTo>
                  <a:pt x="0" y="0"/>
                </a:moveTo>
                <a:lnTo>
                  <a:pt x="340853" y="0"/>
                </a:lnTo>
                <a:lnTo>
                  <a:pt x="340853" y="388084"/>
                </a:lnTo>
                <a:lnTo>
                  <a:pt x="0" y="388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0" name="Google Shape;740;p31"/>
          <p:cNvSpPr/>
          <p:nvPr/>
        </p:nvSpPr>
        <p:spPr>
          <a:xfrm>
            <a:off x="13584315" y="1776845"/>
            <a:ext cx="194121" cy="249066"/>
          </a:xfrm>
          <a:custGeom>
            <a:avLst/>
            <a:gdLst/>
            <a:ahLst/>
            <a:cxnLst/>
            <a:rect l="l" t="t" r="r" b="b"/>
            <a:pathLst>
              <a:path w="194121" h="249066" extrusionOk="0">
                <a:moveTo>
                  <a:pt x="0" y="0"/>
                </a:moveTo>
                <a:lnTo>
                  <a:pt x="194121" y="0"/>
                </a:lnTo>
                <a:lnTo>
                  <a:pt x="194121" y="249065"/>
                </a:lnTo>
                <a:lnTo>
                  <a:pt x="0" y="2490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l="-405" r="-405"/>
            </a:stretch>
          </a:blipFill>
          <a:ln>
            <a:noFill/>
          </a:ln>
        </p:spPr>
      </p:sp>
      <p:sp>
        <p:nvSpPr>
          <p:cNvPr id="741" name="Google Shape;741;p31"/>
          <p:cNvSpPr/>
          <p:nvPr/>
        </p:nvSpPr>
        <p:spPr>
          <a:xfrm>
            <a:off x="14044978" y="1805657"/>
            <a:ext cx="919829" cy="162306"/>
          </a:xfrm>
          <a:custGeom>
            <a:avLst/>
            <a:gdLst/>
            <a:ahLst/>
            <a:cxnLst/>
            <a:rect l="l" t="t" r="r" b="b"/>
            <a:pathLst>
              <a:path w="1226439" h="216408" extrusionOk="0">
                <a:moveTo>
                  <a:pt x="1192149" y="254"/>
                </a:moveTo>
                <a:lnTo>
                  <a:pt x="1188085" y="0"/>
                </a:lnTo>
                <a:lnTo>
                  <a:pt x="45339" y="254"/>
                </a:lnTo>
                <a:lnTo>
                  <a:pt x="22860" y="2159"/>
                </a:lnTo>
                <a:lnTo>
                  <a:pt x="9017" y="9271"/>
                </a:lnTo>
                <a:lnTo>
                  <a:pt x="1905" y="23241"/>
                </a:lnTo>
                <a:lnTo>
                  <a:pt x="0" y="43688"/>
                </a:lnTo>
                <a:lnTo>
                  <a:pt x="381" y="212471"/>
                </a:lnTo>
                <a:lnTo>
                  <a:pt x="5207" y="216408"/>
                </a:lnTo>
                <a:lnTo>
                  <a:pt x="10922" y="214503"/>
                </a:lnTo>
                <a:lnTo>
                  <a:pt x="827659" y="214503"/>
                </a:lnTo>
                <a:lnTo>
                  <a:pt x="832231" y="211582"/>
                </a:lnTo>
                <a:lnTo>
                  <a:pt x="835533" y="199771"/>
                </a:lnTo>
                <a:lnTo>
                  <a:pt x="856361" y="156591"/>
                </a:lnTo>
                <a:lnTo>
                  <a:pt x="889762" y="122555"/>
                </a:lnTo>
                <a:lnTo>
                  <a:pt x="932434" y="100457"/>
                </a:lnTo>
                <a:lnTo>
                  <a:pt x="980948" y="92710"/>
                </a:lnTo>
                <a:lnTo>
                  <a:pt x="1226185" y="92710"/>
                </a:lnTo>
                <a:lnTo>
                  <a:pt x="1226439" y="43561"/>
                </a:lnTo>
                <a:lnTo>
                  <a:pt x="1192149" y="254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42" name="Google Shape;742;p31"/>
          <p:cNvSpPr/>
          <p:nvPr/>
        </p:nvSpPr>
        <p:spPr>
          <a:xfrm>
            <a:off x="14780686" y="1875243"/>
            <a:ext cx="183886" cy="92100"/>
          </a:xfrm>
          <a:custGeom>
            <a:avLst/>
            <a:gdLst/>
            <a:ahLst/>
            <a:cxnLst/>
            <a:rect l="l" t="t" r="r" b="b"/>
            <a:pathLst>
              <a:path w="183886" h="92100" extrusionOk="0">
                <a:moveTo>
                  <a:pt x="0" y="0"/>
                </a:moveTo>
                <a:lnTo>
                  <a:pt x="183887" y="0"/>
                </a:lnTo>
                <a:lnTo>
                  <a:pt x="183887" y="92100"/>
                </a:lnTo>
                <a:lnTo>
                  <a:pt x="0" y="92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t="-1525" b="-1525"/>
            </a:stretch>
          </a:blipFill>
          <a:ln>
            <a:noFill/>
          </a:ln>
        </p:spPr>
      </p:sp>
      <p:grpSp>
        <p:nvGrpSpPr>
          <p:cNvPr id="743" name="Google Shape;743;p31"/>
          <p:cNvGrpSpPr/>
          <p:nvPr/>
        </p:nvGrpSpPr>
        <p:grpSpPr>
          <a:xfrm>
            <a:off x="14053165" y="1966400"/>
            <a:ext cx="911447" cy="476"/>
            <a:chOff x="0" y="0"/>
            <a:chExt cx="1215263" cy="635"/>
          </a:xfrm>
        </p:grpSpPr>
        <p:sp>
          <p:nvSpPr>
            <p:cNvPr id="744" name="Google Shape;744;p31"/>
            <p:cNvSpPr/>
            <p:nvPr/>
          </p:nvSpPr>
          <p:spPr>
            <a:xfrm>
              <a:off x="0" y="254"/>
              <a:ext cx="816737" cy="381"/>
            </a:xfrm>
            <a:custGeom>
              <a:avLst/>
              <a:gdLst/>
              <a:ahLst/>
              <a:cxnLst/>
              <a:rect l="l" t="t" r="r" b="b"/>
              <a:pathLst>
                <a:path w="816737" h="381" extrusionOk="0">
                  <a:moveTo>
                    <a:pt x="816737" y="0"/>
                  </a:moveTo>
                  <a:lnTo>
                    <a:pt x="0" y="0"/>
                  </a:lnTo>
                  <a:lnTo>
                    <a:pt x="816102" y="381"/>
                  </a:lnTo>
                  <a:lnTo>
                    <a:pt x="816737" y="0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  <p:sp>
          <p:nvSpPr>
            <p:cNvPr id="745" name="Google Shape;745;p31"/>
            <p:cNvSpPr/>
            <p:nvPr/>
          </p:nvSpPr>
          <p:spPr>
            <a:xfrm>
              <a:off x="1174877" y="0"/>
              <a:ext cx="40386" cy="254"/>
            </a:xfrm>
            <a:custGeom>
              <a:avLst/>
              <a:gdLst/>
              <a:ahLst/>
              <a:cxnLst/>
              <a:rect l="l" t="t" r="r" b="b"/>
              <a:pathLst>
                <a:path w="40386" h="254" extrusionOk="0">
                  <a:moveTo>
                    <a:pt x="40386" y="0"/>
                  </a:moveTo>
                  <a:lnTo>
                    <a:pt x="0" y="0"/>
                  </a:lnTo>
                  <a:lnTo>
                    <a:pt x="40259" y="254"/>
                  </a:lnTo>
                  <a:lnTo>
                    <a:pt x="40259" y="0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</p:grpSp>
      <p:sp>
        <p:nvSpPr>
          <p:cNvPr id="746" name="Google Shape;746;p31"/>
          <p:cNvSpPr/>
          <p:nvPr/>
        </p:nvSpPr>
        <p:spPr>
          <a:xfrm>
            <a:off x="14711099" y="1667584"/>
            <a:ext cx="185776" cy="93045"/>
          </a:xfrm>
          <a:custGeom>
            <a:avLst/>
            <a:gdLst/>
            <a:ahLst/>
            <a:cxnLst/>
            <a:rect l="l" t="t" r="r" b="b"/>
            <a:pathLst>
              <a:path w="185776" h="93045" extrusionOk="0">
                <a:moveTo>
                  <a:pt x="0" y="0"/>
                </a:moveTo>
                <a:lnTo>
                  <a:pt x="185775" y="0"/>
                </a:lnTo>
                <a:lnTo>
                  <a:pt x="185775" y="93044"/>
                </a:lnTo>
                <a:lnTo>
                  <a:pt x="0" y="93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t="-1525" b="-1525"/>
            </a:stretch>
          </a:blipFill>
          <a:ln>
            <a:noFill/>
          </a:ln>
        </p:spPr>
      </p:sp>
      <p:sp>
        <p:nvSpPr>
          <p:cNvPr id="747" name="Google Shape;747;p31"/>
          <p:cNvSpPr/>
          <p:nvPr/>
        </p:nvSpPr>
        <p:spPr>
          <a:xfrm>
            <a:off x="14113936" y="1391909"/>
            <a:ext cx="782467" cy="367618"/>
          </a:xfrm>
          <a:custGeom>
            <a:avLst/>
            <a:gdLst/>
            <a:ahLst/>
            <a:cxnLst/>
            <a:rect l="l" t="t" r="r" b="b"/>
            <a:pathLst>
              <a:path w="782467" h="367618" extrusionOk="0">
                <a:moveTo>
                  <a:pt x="0" y="0"/>
                </a:moveTo>
                <a:lnTo>
                  <a:pt x="782467" y="0"/>
                </a:lnTo>
                <a:lnTo>
                  <a:pt x="782467" y="367617"/>
                </a:lnTo>
                <a:lnTo>
                  <a:pt x="0" y="367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8" name="Google Shape;748;p31"/>
          <p:cNvSpPr/>
          <p:nvPr/>
        </p:nvSpPr>
        <p:spPr>
          <a:xfrm>
            <a:off x="14579638" y="1507153"/>
            <a:ext cx="265283" cy="460506"/>
          </a:xfrm>
          <a:custGeom>
            <a:avLst/>
            <a:gdLst/>
            <a:ahLst/>
            <a:cxnLst/>
            <a:rect l="l" t="t" r="r" b="b"/>
            <a:pathLst>
              <a:path w="265283" h="460506" extrusionOk="0">
                <a:moveTo>
                  <a:pt x="0" y="0"/>
                </a:moveTo>
                <a:lnTo>
                  <a:pt x="265283" y="0"/>
                </a:lnTo>
                <a:lnTo>
                  <a:pt x="265283" y="460506"/>
                </a:lnTo>
                <a:lnTo>
                  <a:pt x="0" y="460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9" name="Google Shape;749;p31"/>
          <p:cNvSpPr/>
          <p:nvPr/>
        </p:nvSpPr>
        <p:spPr>
          <a:xfrm>
            <a:off x="14445499" y="1003618"/>
            <a:ext cx="92011" cy="91059"/>
          </a:xfrm>
          <a:custGeom>
            <a:avLst/>
            <a:gdLst/>
            <a:ahLst/>
            <a:cxnLst/>
            <a:rect l="l" t="t" r="r" b="b"/>
            <a:pathLst>
              <a:path w="122682" h="121412" extrusionOk="0">
                <a:moveTo>
                  <a:pt x="122682" y="0"/>
                </a:moveTo>
                <a:lnTo>
                  <a:pt x="0" y="0"/>
                </a:lnTo>
                <a:lnTo>
                  <a:pt x="0" y="121412"/>
                </a:lnTo>
                <a:lnTo>
                  <a:pt x="122682" y="121412"/>
                </a:lnTo>
                <a:lnTo>
                  <a:pt x="12268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50" name="Google Shape;750;p31"/>
          <p:cNvSpPr/>
          <p:nvPr/>
        </p:nvSpPr>
        <p:spPr>
          <a:xfrm>
            <a:off x="13651069" y="998944"/>
            <a:ext cx="3447891" cy="2169811"/>
          </a:xfrm>
          <a:custGeom>
            <a:avLst/>
            <a:gdLst/>
            <a:ahLst/>
            <a:cxnLst/>
            <a:rect l="l" t="t" r="r" b="b"/>
            <a:pathLst>
              <a:path w="3447891" h="2169811" extrusionOk="0">
                <a:moveTo>
                  <a:pt x="0" y="0"/>
                </a:moveTo>
                <a:lnTo>
                  <a:pt x="3447891" y="0"/>
                </a:lnTo>
                <a:lnTo>
                  <a:pt x="3447891" y="2169811"/>
                </a:lnTo>
                <a:lnTo>
                  <a:pt x="0" y="2169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t="-65" b="-65"/>
            </a:stretch>
          </a:blipFill>
          <a:ln>
            <a:noFill/>
          </a:ln>
        </p:spPr>
      </p:sp>
      <p:sp>
        <p:nvSpPr>
          <p:cNvPr id="751" name="Google Shape;751;p31"/>
          <p:cNvSpPr/>
          <p:nvPr/>
        </p:nvSpPr>
        <p:spPr>
          <a:xfrm>
            <a:off x="14446445" y="1191723"/>
            <a:ext cx="90297" cy="92773"/>
          </a:xfrm>
          <a:custGeom>
            <a:avLst/>
            <a:gdLst/>
            <a:ahLst/>
            <a:cxnLst/>
            <a:rect l="l" t="t" r="r" b="b"/>
            <a:pathLst>
              <a:path w="120396" h="123698" extrusionOk="0">
                <a:moveTo>
                  <a:pt x="120396" y="0"/>
                </a:moveTo>
                <a:lnTo>
                  <a:pt x="0" y="0"/>
                </a:lnTo>
                <a:lnTo>
                  <a:pt x="0" y="123698"/>
                </a:lnTo>
                <a:lnTo>
                  <a:pt x="120396" y="123698"/>
                </a:lnTo>
                <a:lnTo>
                  <a:pt x="120396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52" name="Google Shape;752;p31"/>
          <p:cNvSpPr/>
          <p:nvPr/>
        </p:nvSpPr>
        <p:spPr>
          <a:xfrm>
            <a:off x="11873279" y="3130027"/>
            <a:ext cx="127635" cy="127825"/>
          </a:xfrm>
          <a:custGeom>
            <a:avLst/>
            <a:gdLst/>
            <a:ahLst/>
            <a:cxnLst/>
            <a:rect l="l" t="t" r="r" b="b"/>
            <a:pathLst>
              <a:path w="170180" h="170434" extrusionOk="0">
                <a:moveTo>
                  <a:pt x="62357" y="0"/>
                </a:moveTo>
                <a:lnTo>
                  <a:pt x="0" y="61468"/>
                </a:lnTo>
                <a:lnTo>
                  <a:pt x="108712" y="170434"/>
                </a:lnTo>
                <a:lnTo>
                  <a:pt x="170180" y="108331"/>
                </a:lnTo>
                <a:lnTo>
                  <a:pt x="62357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53" name="Google Shape;753;p31"/>
          <p:cNvSpPr/>
          <p:nvPr/>
        </p:nvSpPr>
        <p:spPr>
          <a:xfrm>
            <a:off x="11542658" y="2796572"/>
            <a:ext cx="128301" cy="127254"/>
          </a:xfrm>
          <a:custGeom>
            <a:avLst/>
            <a:gdLst/>
            <a:ahLst/>
            <a:cxnLst/>
            <a:rect l="l" t="t" r="r" b="b"/>
            <a:pathLst>
              <a:path w="171069" h="169672" extrusionOk="0">
                <a:moveTo>
                  <a:pt x="61468" y="0"/>
                </a:moveTo>
                <a:lnTo>
                  <a:pt x="0" y="61087"/>
                </a:lnTo>
                <a:lnTo>
                  <a:pt x="110617" y="169672"/>
                </a:lnTo>
                <a:lnTo>
                  <a:pt x="171069" y="109601"/>
                </a:lnTo>
                <a:lnTo>
                  <a:pt x="61468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54" name="Google Shape;754;p31"/>
          <p:cNvSpPr/>
          <p:nvPr/>
        </p:nvSpPr>
        <p:spPr>
          <a:xfrm>
            <a:off x="11544548" y="3130971"/>
            <a:ext cx="128587" cy="128778"/>
          </a:xfrm>
          <a:custGeom>
            <a:avLst/>
            <a:gdLst/>
            <a:ahLst/>
            <a:cxnLst/>
            <a:rect l="l" t="t" r="r" b="b"/>
            <a:pathLst>
              <a:path w="171450" h="171704" extrusionOk="0">
                <a:moveTo>
                  <a:pt x="111887" y="0"/>
                </a:moveTo>
                <a:lnTo>
                  <a:pt x="0" y="112268"/>
                </a:lnTo>
                <a:lnTo>
                  <a:pt x="57785" y="171704"/>
                </a:lnTo>
                <a:lnTo>
                  <a:pt x="171450" y="57912"/>
                </a:lnTo>
                <a:lnTo>
                  <a:pt x="111887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55" name="Google Shape;755;p31"/>
          <p:cNvSpPr/>
          <p:nvPr/>
        </p:nvSpPr>
        <p:spPr>
          <a:xfrm>
            <a:off x="11872334" y="2795627"/>
            <a:ext cx="129444" cy="127540"/>
          </a:xfrm>
          <a:custGeom>
            <a:avLst/>
            <a:gdLst/>
            <a:ahLst/>
            <a:cxnLst/>
            <a:rect l="l" t="t" r="r" b="b"/>
            <a:pathLst>
              <a:path w="172593" h="170053" extrusionOk="0">
                <a:moveTo>
                  <a:pt x="110871" y="0"/>
                </a:moveTo>
                <a:lnTo>
                  <a:pt x="0" y="112141"/>
                </a:lnTo>
                <a:lnTo>
                  <a:pt x="62611" y="170053"/>
                </a:lnTo>
                <a:lnTo>
                  <a:pt x="172593" y="60071"/>
                </a:lnTo>
                <a:lnTo>
                  <a:pt x="110871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56" name="Google Shape;756;p31"/>
          <p:cNvSpPr/>
          <p:nvPr/>
        </p:nvSpPr>
        <p:spPr>
          <a:xfrm>
            <a:off x="11649400" y="1320116"/>
            <a:ext cx="1104900" cy="906844"/>
          </a:xfrm>
          <a:custGeom>
            <a:avLst/>
            <a:gdLst/>
            <a:ahLst/>
            <a:cxnLst/>
            <a:rect l="l" t="t" r="r" b="b"/>
            <a:pathLst>
              <a:path w="1104900" h="906844" extrusionOk="0">
                <a:moveTo>
                  <a:pt x="0" y="0"/>
                </a:moveTo>
                <a:lnTo>
                  <a:pt x="1104900" y="0"/>
                </a:lnTo>
                <a:lnTo>
                  <a:pt x="1104900" y="906845"/>
                </a:lnTo>
                <a:lnTo>
                  <a:pt x="0" y="9068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57" name="Google Shape;757;p31"/>
          <p:cNvSpPr/>
          <p:nvPr/>
        </p:nvSpPr>
        <p:spPr>
          <a:xfrm>
            <a:off x="11745753" y="4200288"/>
            <a:ext cx="808759" cy="772864"/>
          </a:xfrm>
          <a:custGeom>
            <a:avLst/>
            <a:gdLst/>
            <a:ahLst/>
            <a:cxnLst/>
            <a:rect l="l" t="t" r="r" b="b"/>
            <a:pathLst>
              <a:path w="808759" h="772864" extrusionOk="0">
                <a:moveTo>
                  <a:pt x="0" y="0"/>
                </a:moveTo>
                <a:lnTo>
                  <a:pt x="808758" y="0"/>
                </a:lnTo>
                <a:lnTo>
                  <a:pt x="808758" y="772864"/>
                </a:lnTo>
                <a:lnTo>
                  <a:pt x="0" y="77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58" name="Google Shape;758;p31"/>
          <p:cNvSpPr/>
          <p:nvPr/>
        </p:nvSpPr>
        <p:spPr>
          <a:xfrm>
            <a:off x="11499206" y="6572251"/>
            <a:ext cx="1749451" cy="1869105"/>
          </a:xfrm>
          <a:custGeom>
            <a:avLst/>
            <a:gdLst/>
            <a:ahLst/>
            <a:cxnLst/>
            <a:rect l="l" t="t" r="r" b="b"/>
            <a:pathLst>
              <a:path w="1749451" h="1869105" extrusionOk="0">
                <a:moveTo>
                  <a:pt x="0" y="0"/>
                </a:moveTo>
                <a:lnTo>
                  <a:pt x="1749451" y="0"/>
                </a:lnTo>
                <a:lnTo>
                  <a:pt x="1749451" y="1869105"/>
                </a:lnTo>
                <a:lnTo>
                  <a:pt x="0" y="1869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59" name="Google Shape;759;p31"/>
          <p:cNvSpPr/>
          <p:nvPr/>
        </p:nvSpPr>
        <p:spPr>
          <a:xfrm>
            <a:off x="11037282" y="5207263"/>
            <a:ext cx="959585" cy="541587"/>
          </a:xfrm>
          <a:custGeom>
            <a:avLst/>
            <a:gdLst/>
            <a:ahLst/>
            <a:cxnLst/>
            <a:rect l="l" t="t" r="r" b="b"/>
            <a:pathLst>
              <a:path w="959585" h="541587" extrusionOk="0">
                <a:moveTo>
                  <a:pt x="0" y="0"/>
                </a:moveTo>
                <a:lnTo>
                  <a:pt x="959585" y="0"/>
                </a:lnTo>
                <a:lnTo>
                  <a:pt x="959585" y="541587"/>
                </a:lnTo>
                <a:lnTo>
                  <a:pt x="0" y="541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60" name="Google Shape;760;p31"/>
          <p:cNvSpPr/>
          <p:nvPr/>
        </p:nvSpPr>
        <p:spPr>
          <a:xfrm>
            <a:off x="10953210" y="5079738"/>
            <a:ext cx="119023" cy="119968"/>
          </a:xfrm>
          <a:custGeom>
            <a:avLst/>
            <a:gdLst/>
            <a:ahLst/>
            <a:cxnLst/>
            <a:rect l="l" t="t" r="r" b="b"/>
            <a:pathLst>
              <a:path w="119023" h="119968" extrusionOk="0">
                <a:moveTo>
                  <a:pt x="0" y="0"/>
                </a:moveTo>
                <a:lnTo>
                  <a:pt x="119023" y="0"/>
                </a:lnTo>
                <a:lnTo>
                  <a:pt x="119023" y="119968"/>
                </a:lnTo>
                <a:lnTo>
                  <a:pt x="0" y="119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t="-2086" b="-2086"/>
            </a:stretch>
          </a:blipFill>
          <a:ln>
            <a:noFill/>
          </a:ln>
        </p:spPr>
      </p:sp>
      <p:sp>
        <p:nvSpPr>
          <p:cNvPr id="761" name="Google Shape;761;p31"/>
          <p:cNvSpPr/>
          <p:nvPr/>
        </p:nvSpPr>
        <p:spPr>
          <a:xfrm>
            <a:off x="12884032" y="4702831"/>
            <a:ext cx="101074" cy="104854"/>
          </a:xfrm>
          <a:custGeom>
            <a:avLst/>
            <a:gdLst/>
            <a:ahLst/>
            <a:cxnLst/>
            <a:rect l="l" t="t" r="r" b="b"/>
            <a:pathLst>
              <a:path w="101074" h="104854" extrusionOk="0">
                <a:moveTo>
                  <a:pt x="0" y="0"/>
                </a:moveTo>
                <a:lnTo>
                  <a:pt x="101074" y="0"/>
                </a:lnTo>
                <a:lnTo>
                  <a:pt x="101074" y="104854"/>
                </a:lnTo>
                <a:lnTo>
                  <a:pt x="0" y="104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t="-1032" b="-1032"/>
            </a:stretch>
          </a:blipFill>
          <a:ln>
            <a:noFill/>
          </a:ln>
        </p:spPr>
      </p:sp>
      <p:sp>
        <p:nvSpPr>
          <p:cNvPr id="762" name="Google Shape;762;p31"/>
          <p:cNvSpPr/>
          <p:nvPr/>
        </p:nvSpPr>
        <p:spPr>
          <a:xfrm>
            <a:off x="12771618" y="5050454"/>
            <a:ext cx="121857" cy="126580"/>
          </a:xfrm>
          <a:custGeom>
            <a:avLst/>
            <a:gdLst/>
            <a:ahLst/>
            <a:cxnLst/>
            <a:rect l="l" t="t" r="r" b="b"/>
            <a:pathLst>
              <a:path w="121857" h="126580" extrusionOk="0">
                <a:moveTo>
                  <a:pt x="0" y="0"/>
                </a:moveTo>
                <a:lnTo>
                  <a:pt x="121857" y="0"/>
                </a:lnTo>
                <a:lnTo>
                  <a:pt x="121857" y="126581"/>
                </a:lnTo>
                <a:lnTo>
                  <a:pt x="0" y="126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t="-2947" b="-2947"/>
            </a:stretch>
          </a:blipFill>
          <a:ln>
            <a:noFill/>
          </a:ln>
        </p:spPr>
      </p:sp>
      <p:sp>
        <p:nvSpPr>
          <p:cNvPr id="763" name="Google Shape;763;p31"/>
          <p:cNvSpPr/>
          <p:nvPr/>
        </p:nvSpPr>
        <p:spPr>
          <a:xfrm>
            <a:off x="12842465" y="4880421"/>
            <a:ext cx="113355" cy="118079"/>
          </a:xfrm>
          <a:custGeom>
            <a:avLst/>
            <a:gdLst/>
            <a:ahLst/>
            <a:cxnLst/>
            <a:rect l="l" t="t" r="r" b="b"/>
            <a:pathLst>
              <a:path w="113355" h="118079" extrusionOk="0">
                <a:moveTo>
                  <a:pt x="0" y="0"/>
                </a:moveTo>
                <a:lnTo>
                  <a:pt x="113355" y="0"/>
                </a:lnTo>
                <a:lnTo>
                  <a:pt x="113355" y="118079"/>
                </a:lnTo>
                <a:lnTo>
                  <a:pt x="0" y="118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l="-2083" r="-2083"/>
            </a:stretch>
          </a:blipFill>
          <a:ln>
            <a:noFill/>
          </a:ln>
        </p:spPr>
      </p:sp>
      <p:grpSp>
        <p:nvGrpSpPr>
          <p:cNvPr id="764" name="Google Shape;764;p31"/>
          <p:cNvGrpSpPr/>
          <p:nvPr/>
        </p:nvGrpSpPr>
        <p:grpSpPr>
          <a:xfrm>
            <a:off x="12550576" y="5207262"/>
            <a:ext cx="252508" cy="272796"/>
            <a:chOff x="0" y="0"/>
            <a:chExt cx="336677" cy="363728"/>
          </a:xfrm>
        </p:grpSpPr>
        <p:sp>
          <p:nvSpPr>
            <p:cNvPr id="765" name="Google Shape;765;p31"/>
            <p:cNvSpPr/>
            <p:nvPr/>
          </p:nvSpPr>
          <p:spPr>
            <a:xfrm>
              <a:off x="0" y="187706"/>
              <a:ext cx="168148" cy="176022"/>
            </a:xfrm>
            <a:custGeom>
              <a:avLst/>
              <a:gdLst/>
              <a:ahLst/>
              <a:cxnLst/>
              <a:rect l="l" t="t" r="r" b="b"/>
              <a:pathLst>
                <a:path w="168148" h="176022" extrusionOk="0">
                  <a:moveTo>
                    <a:pt x="168148" y="91948"/>
                  </a:moveTo>
                  <a:lnTo>
                    <a:pt x="84582" y="0"/>
                  </a:lnTo>
                  <a:lnTo>
                    <a:pt x="0" y="84328"/>
                  </a:lnTo>
                  <a:lnTo>
                    <a:pt x="80010" y="176022"/>
                  </a:lnTo>
                  <a:lnTo>
                    <a:pt x="168148" y="91821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  <p:sp>
          <p:nvSpPr>
            <p:cNvPr id="766" name="Google Shape;766;p31"/>
            <p:cNvSpPr/>
            <p:nvPr/>
          </p:nvSpPr>
          <p:spPr>
            <a:xfrm>
              <a:off x="162433" y="0"/>
              <a:ext cx="174244" cy="176276"/>
            </a:xfrm>
            <a:custGeom>
              <a:avLst/>
              <a:gdLst/>
              <a:ahLst/>
              <a:cxnLst/>
              <a:rect l="l" t="t" r="r" b="b"/>
              <a:pathLst>
                <a:path w="174244" h="176276" extrusionOk="0">
                  <a:moveTo>
                    <a:pt x="174244" y="70104"/>
                  </a:moveTo>
                  <a:lnTo>
                    <a:pt x="71374" y="0"/>
                  </a:lnTo>
                  <a:lnTo>
                    <a:pt x="0" y="97790"/>
                  </a:lnTo>
                  <a:lnTo>
                    <a:pt x="95885" y="176276"/>
                  </a:lnTo>
                  <a:lnTo>
                    <a:pt x="174244" y="70104"/>
                  </a:lnTo>
                  <a:close/>
                </a:path>
              </a:pathLst>
            </a:custGeom>
            <a:solidFill>
              <a:srgbClr val="231B2F"/>
            </a:solidFill>
            <a:ln>
              <a:noFill/>
            </a:ln>
          </p:spPr>
        </p:sp>
      </p:grpSp>
      <p:sp>
        <p:nvSpPr>
          <p:cNvPr id="767" name="Google Shape;767;p31"/>
          <p:cNvSpPr/>
          <p:nvPr/>
        </p:nvSpPr>
        <p:spPr>
          <a:xfrm>
            <a:off x="12247350" y="5555831"/>
            <a:ext cx="121857" cy="122802"/>
          </a:xfrm>
          <a:custGeom>
            <a:avLst/>
            <a:gdLst/>
            <a:ahLst/>
            <a:cxnLst/>
            <a:rect l="l" t="t" r="r" b="b"/>
            <a:pathLst>
              <a:path w="121857" h="122802" extrusionOk="0">
                <a:moveTo>
                  <a:pt x="0" y="0"/>
                </a:moveTo>
                <a:lnTo>
                  <a:pt x="121857" y="0"/>
                </a:lnTo>
                <a:lnTo>
                  <a:pt x="121857" y="122802"/>
                </a:lnTo>
                <a:lnTo>
                  <a:pt x="0" y="122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l="-387" r="-387"/>
            </a:stretch>
          </a:blipFill>
          <a:ln>
            <a:noFill/>
          </a:ln>
        </p:spPr>
      </p:sp>
      <p:sp>
        <p:nvSpPr>
          <p:cNvPr id="768" name="Google Shape;768;p31"/>
          <p:cNvSpPr/>
          <p:nvPr/>
        </p:nvSpPr>
        <p:spPr>
          <a:xfrm>
            <a:off x="12406047" y="5464202"/>
            <a:ext cx="128778" cy="129730"/>
          </a:xfrm>
          <a:custGeom>
            <a:avLst/>
            <a:gdLst/>
            <a:ahLst/>
            <a:cxnLst/>
            <a:rect l="l" t="t" r="r" b="b"/>
            <a:pathLst>
              <a:path w="171704" h="172974" extrusionOk="0">
                <a:moveTo>
                  <a:pt x="100330" y="0"/>
                </a:moveTo>
                <a:lnTo>
                  <a:pt x="0" y="67183"/>
                </a:lnTo>
                <a:lnTo>
                  <a:pt x="62611" y="172974"/>
                </a:lnTo>
                <a:lnTo>
                  <a:pt x="90932" y="156591"/>
                </a:lnTo>
                <a:lnTo>
                  <a:pt x="117983" y="139192"/>
                </a:lnTo>
                <a:lnTo>
                  <a:pt x="144653" y="120777"/>
                </a:lnTo>
                <a:lnTo>
                  <a:pt x="171704" y="100584"/>
                </a:lnTo>
                <a:lnTo>
                  <a:pt x="100330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69" name="Google Shape;769;p31"/>
          <p:cNvSpPr/>
          <p:nvPr/>
        </p:nvSpPr>
        <p:spPr>
          <a:xfrm>
            <a:off x="12077319" y="5619119"/>
            <a:ext cx="111465" cy="111466"/>
          </a:xfrm>
          <a:custGeom>
            <a:avLst/>
            <a:gdLst/>
            <a:ahLst/>
            <a:cxnLst/>
            <a:rect l="l" t="t" r="r" b="b"/>
            <a:pathLst>
              <a:path w="111465" h="111466" extrusionOk="0">
                <a:moveTo>
                  <a:pt x="0" y="0"/>
                </a:moveTo>
                <a:lnTo>
                  <a:pt x="111465" y="0"/>
                </a:lnTo>
                <a:lnTo>
                  <a:pt x="111465" y="111467"/>
                </a:lnTo>
                <a:lnTo>
                  <a:pt x="0" y="111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70" name="Google Shape;770;p31"/>
          <p:cNvSpPr/>
          <p:nvPr/>
        </p:nvSpPr>
        <p:spPr>
          <a:xfrm>
            <a:off x="12899145" y="4521539"/>
            <a:ext cx="90392" cy="90106"/>
          </a:xfrm>
          <a:custGeom>
            <a:avLst/>
            <a:gdLst/>
            <a:ahLst/>
            <a:cxnLst/>
            <a:rect l="l" t="t" r="r" b="b"/>
            <a:pathLst>
              <a:path w="120523" h="120142" extrusionOk="0">
                <a:moveTo>
                  <a:pt x="120523" y="0"/>
                </a:moveTo>
                <a:lnTo>
                  <a:pt x="0" y="0"/>
                </a:lnTo>
                <a:lnTo>
                  <a:pt x="0" y="120142"/>
                </a:lnTo>
                <a:lnTo>
                  <a:pt x="120523" y="120142"/>
                </a:lnTo>
                <a:lnTo>
                  <a:pt x="12052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1" name="Google Shape;771;p31"/>
          <p:cNvSpPr/>
          <p:nvPr/>
        </p:nvSpPr>
        <p:spPr>
          <a:xfrm>
            <a:off x="12899144" y="4332588"/>
            <a:ext cx="89726" cy="91059"/>
          </a:xfrm>
          <a:custGeom>
            <a:avLst/>
            <a:gdLst/>
            <a:ahLst/>
            <a:cxnLst/>
            <a:rect l="l" t="t" r="r" b="b"/>
            <a:pathLst>
              <a:path w="119634" h="121412" extrusionOk="0">
                <a:moveTo>
                  <a:pt x="119634" y="0"/>
                </a:moveTo>
                <a:lnTo>
                  <a:pt x="0" y="0"/>
                </a:lnTo>
                <a:lnTo>
                  <a:pt x="0" y="121412"/>
                </a:lnTo>
                <a:lnTo>
                  <a:pt x="119634" y="121412"/>
                </a:lnTo>
                <a:lnTo>
                  <a:pt x="119634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2" name="Google Shape;772;p31"/>
          <p:cNvSpPr/>
          <p:nvPr/>
        </p:nvSpPr>
        <p:spPr>
          <a:xfrm>
            <a:off x="12900087" y="4143644"/>
            <a:ext cx="89059" cy="92202"/>
          </a:xfrm>
          <a:custGeom>
            <a:avLst/>
            <a:gdLst/>
            <a:ahLst/>
            <a:cxnLst/>
            <a:rect l="l" t="t" r="r" b="b"/>
            <a:pathLst>
              <a:path w="118745" h="122936" extrusionOk="0">
                <a:moveTo>
                  <a:pt x="118745" y="0"/>
                </a:moveTo>
                <a:lnTo>
                  <a:pt x="0" y="0"/>
                </a:lnTo>
                <a:lnTo>
                  <a:pt x="0" y="122936"/>
                </a:lnTo>
                <a:lnTo>
                  <a:pt x="118745" y="122936"/>
                </a:lnTo>
                <a:lnTo>
                  <a:pt x="118745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3" name="Google Shape;773;p31"/>
          <p:cNvSpPr/>
          <p:nvPr/>
        </p:nvSpPr>
        <p:spPr>
          <a:xfrm>
            <a:off x="12899145" y="1192539"/>
            <a:ext cx="90106" cy="94393"/>
          </a:xfrm>
          <a:custGeom>
            <a:avLst/>
            <a:gdLst/>
            <a:ahLst/>
            <a:cxnLst/>
            <a:rect l="l" t="t" r="r" b="b"/>
            <a:pathLst>
              <a:path w="120142" h="125857" extrusionOk="0">
                <a:moveTo>
                  <a:pt x="120142" y="0"/>
                </a:moveTo>
                <a:lnTo>
                  <a:pt x="0" y="0"/>
                </a:lnTo>
                <a:lnTo>
                  <a:pt x="0" y="125857"/>
                </a:lnTo>
                <a:lnTo>
                  <a:pt x="120142" y="125857"/>
                </a:lnTo>
                <a:lnTo>
                  <a:pt x="12014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4" name="Google Shape;774;p31"/>
          <p:cNvSpPr/>
          <p:nvPr/>
        </p:nvSpPr>
        <p:spPr>
          <a:xfrm>
            <a:off x="12899145" y="1003611"/>
            <a:ext cx="90392" cy="94012"/>
          </a:xfrm>
          <a:custGeom>
            <a:avLst/>
            <a:gdLst/>
            <a:ahLst/>
            <a:cxnLst/>
            <a:rect l="l" t="t" r="r" b="b"/>
            <a:pathLst>
              <a:path w="120523" h="125349" extrusionOk="0">
                <a:moveTo>
                  <a:pt x="120523" y="0"/>
                </a:moveTo>
                <a:lnTo>
                  <a:pt x="0" y="0"/>
                </a:lnTo>
                <a:lnTo>
                  <a:pt x="0" y="125349"/>
                </a:lnTo>
                <a:lnTo>
                  <a:pt x="120523" y="125349"/>
                </a:lnTo>
                <a:lnTo>
                  <a:pt x="12052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5" name="Google Shape;775;p31"/>
          <p:cNvSpPr/>
          <p:nvPr/>
        </p:nvSpPr>
        <p:spPr>
          <a:xfrm>
            <a:off x="12899145" y="1585506"/>
            <a:ext cx="90106" cy="95345"/>
          </a:xfrm>
          <a:custGeom>
            <a:avLst/>
            <a:gdLst/>
            <a:ahLst/>
            <a:cxnLst/>
            <a:rect l="l" t="t" r="r" b="b"/>
            <a:pathLst>
              <a:path w="120142" h="127127" extrusionOk="0">
                <a:moveTo>
                  <a:pt x="120142" y="0"/>
                </a:moveTo>
                <a:lnTo>
                  <a:pt x="0" y="0"/>
                </a:lnTo>
                <a:lnTo>
                  <a:pt x="0" y="127127"/>
                </a:lnTo>
                <a:lnTo>
                  <a:pt x="120142" y="127127"/>
                </a:lnTo>
                <a:lnTo>
                  <a:pt x="12014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6" name="Google Shape;776;p31"/>
          <p:cNvSpPr/>
          <p:nvPr/>
        </p:nvSpPr>
        <p:spPr>
          <a:xfrm>
            <a:off x="12899145" y="1397520"/>
            <a:ext cx="90392" cy="94012"/>
          </a:xfrm>
          <a:custGeom>
            <a:avLst/>
            <a:gdLst/>
            <a:ahLst/>
            <a:cxnLst/>
            <a:rect l="l" t="t" r="r" b="b"/>
            <a:pathLst>
              <a:path w="120523" h="125349" extrusionOk="0">
                <a:moveTo>
                  <a:pt x="120523" y="0"/>
                </a:moveTo>
                <a:lnTo>
                  <a:pt x="0" y="0"/>
                </a:lnTo>
                <a:lnTo>
                  <a:pt x="0" y="125349"/>
                </a:lnTo>
                <a:lnTo>
                  <a:pt x="120523" y="125349"/>
                </a:lnTo>
                <a:lnTo>
                  <a:pt x="12052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7" name="Google Shape;777;p31"/>
          <p:cNvSpPr/>
          <p:nvPr/>
        </p:nvSpPr>
        <p:spPr>
          <a:xfrm>
            <a:off x="12899145" y="1977524"/>
            <a:ext cx="90106" cy="94393"/>
          </a:xfrm>
          <a:custGeom>
            <a:avLst/>
            <a:gdLst/>
            <a:ahLst/>
            <a:cxnLst/>
            <a:rect l="l" t="t" r="r" b="b"/>
            <a:pathLst>
              <a:path w="120142" h="125857" extrusionOk="0">
                <a:moveTo>
                  <a:pt x="120142" y="0"/>
                </a:moveTo>
                <a:lnTo>
                  <a:pt x="0" y="0"/>
                </a:lnTo>
                <a:lnTo>
                  <a:pt x="0" y="125857"/>
                </a:lnTo>
                <a:lnTo>
                  <a:pt x="120142" y="125857"/>
                </a:lnTo>
                <a:lnTo>
                  <a:pt x="12014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8" name="Google Shape;778;p31"/>
          <p:cNvSpPr/>
          <p:nvPr/>
        </p:nvSpPr>
        <p:spPr>
          <a:xfrm>
            <a:off x="12899145" y="1789541"/>
            <a:ext cx="90392" cy="94012"/>
          </a:xfrm>
          <a:custGeom>
            <a:avLst/>
            <a:gdLst/>
            <a:ahLst/>
            <a:cxnLst/>
            <a:rect l="l" t="t" r="r" b="b"/>
            <a:pathLst>
              <a:path w="120523" h="125349" extrusionOk="0">
                <a:moveTo>
                  <a:pt x="120523" y="0"/>
                </a:moveTo>
                <a:lnTo>
                  <a:pt x="0" y="0"/>
                </a:lnTo>
                <a:lnTo>
                  <a:pt x="0" y="125349"/>
                </a:lnTo>
                <a:lnTo>
                  <a:pt x="120523" y="125349"/>
                </a:lnTo>
                <a:lnTo>
                  <a:pt x="12052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79" name="Google Shape;779;p31"/>
          <p:cNvSpPr/>
          <p:nvPr/>
        </p:nvSpPr>
        <p:spPr>
          <a:xfrm>
            <a:off x="12899145" y="2371435"/>
            <a:ext cx="90106" cy="94393"/>
          </a:xfrm>
          <a:custGeom>
            <a:avLst/>
            <a:gdLst/>
            <a:ahLst/>
            <a:cxnLst/>
            <a:rect l="l" t="t" r="r" b="b"/>
            <a:pathLst>
              <a:path w="120142" h="125857" extrusionOk="0">
                <a:moveTo>
                  <a:pt x="120142" y="0"/>
                </a:moveTo>
                <a:lnTo>
                  <a:pt x="0" y="0"/>
                </a:lnTo>
                <a:lnTo>
                  <a:pt x="0" y="125857"/>
                </a:lnTo>
                <a:lnTo>
                  <a:pt x="120142" y="125857"/>
                </a:lnTo>
                <a:lnTo>
                  <a:pt x="12014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0" name="Google Shape;780;p31"/>
          <p:cNvSpPr/>
          <p:nvPr/>
        </p:nvSpPr>
        <p:spPr>
          <a:xfrm>
            <a:off x="12899145" y="2182506"/>
            <a:ext cx="90392" cy="94012"/>
          </a:xfrm>
          <a:custGeom>
            <a:avLst/>
            <a:gdLst/>
            <a:ahLst/>
            <a:cxnLst/>
            <a:rect l="l" t="t" r="r" b="b"/>
            <a:pathLst>
              <a:path w="120523" h="125349" extrusionOk="0">
                <a:moveTo>
                  <a:pt x="120523" y="0"/>
                </a:moveTo>
                <a:lnTo>
                  <a:pt x="0" y="0"/>
                </a:lnTo>
                <a:lnTo>
                  <a:pt x="0" y="125349"/>
                </a:lnTo>
                <a:lnTo>
                  <a:pt x="120523" y="125349"/>
                </a:lnTo>
                <a:lnTo>
                  <a:pt x="12052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1" name="Google Shape;781;p31"/>
          <p:cNvSpPr/>
          <p:nvPr/>
        </p:nvSpPr>
        <p:spPr>
          <a:xfrm>
            <a:off x="12898199" y="2775736"/>
            <a:ext cx="91059" cy="94393"/>
          </a:xfrm>
          <a:custGeom>
            <a:avLst/>
            <a:gdLst/>
            <a:ahLst/>
            <a:cxnLst/>
            <a:rect l="l" t="t" r="r" b="b"/>
            <a:pathLst>
              <a:path w="121412" h="125857" extrusionOk="0">
                <a:moveTo>
                  <a:pt x="121412" y="0"/>
                </a:moveTo>
                <a:lnTo>
                  <a:pt x="0" y="0"/>
                </a:lnTo>
                <a:lnTo>
                  <a:pt x="0" y="125857"/>
                </a:lnTo>
                <a:lnTo>
                  <a:pt x="121412" y="125857"/>
                </a:lnTo>
                <a:lnTo>
                  <a:pt x="12141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2" name="Google Shape;782;p31"/>
          <p:cNvSpPr/>
          <p:nvPr/>
        </p:nvSpPr>
        <p:spPr>
          <a:xfrm>
            <a:off x="12898200" y="2586808"/>
            <a:ext cx="91344" cy="94012"/>
          </a:xfrm>
          <a:custGeom>
            <a:avLst/>
            <a:gdLst/>
            <a:ahLst/>
            <a:cxnLst/>
            <a:rect l="l" t="t" r="r" b="b"/>
            <a:pathLst>
              <a:path w="121793" h="125349" extrusionOk="0">
                <a:moveTo>
                  <a:pt x="121793" y="0"/>
                </a:moveTo>
                <a:lnTo>
                  <a:pt x="0" y="0"/>
                </a:lnTo>
                <a:lnTo>
                  <a:pt x="0" y="125349"/>
                </a:lnTo>
                <a:lnTo>
                  <a:pt x="121793" y="125349"/>
                </a:lnTo>
                <a:lnTo>
                  <a:pt x="12179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3" name="Google Shape;783;p31"/>
          <p:cNvSpPr/>
          <p:nvPr/>
        </p:nvSpPr>
        <p:spPr>
          <a:xfrm>
            <a:off x="12898199" y="3168701"/>
            <a:ext cx="91059" cy="94393"/>
          </a:xfrm>
          <a:custGeom>
            <a:avLst/>
            <a:gdLst/>
            <a:ahLst/>
            <a:cxnLst/>
            <a:rect l="l" t="t" r="r" b="b"/>
            <a:pathLst>
              <a:path w="121412" h="125857" extrusionOk="0">
                <a:moveTo>
                  <a:pt x="121412" y="0"/>
                </a:moveTo>
                <a:lnTo>
                  <a:pt x="0" y="0"/>
                </a:lnTo>
                <a:lnTo>
                  <a:pt x="0" y="125857"/>
                </a:lnTo>
                <a:lnTo>
                  <a:pt x="121412" y="125857"/>
                </a:lnTo>
                <a:lnTo>
                  <a:pt x="12141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4" name="Google Shape;784;p31"/>
          <p:cNvSpPr/>
          <p:nvPr/>
        </p:nvSpPr>
        <p:spPr>
          <a:xfrm>
            <a:off x="12898200" y="2980717"/>
            <a:ext cx="91344" cy="94012"/>
          </a:xfrm>
          <a:custGeom>
            <a:avLst/>
            <a:gdLst/>
            <a:ahLst/>
            <a:cxnLst/>
            <a:rect l="l" t="t" r="r" b="b"/>
            <a:pathLst>
              <a:path w="121793" h="125349" extrusionOk="0">
                <a:moveTo>
                  <a:pt x="121793" y="0"/>
                </a:moveTo>
                <a:lnTo>
                  <a:pt x="0" y="0"/>
                </a:lnTo>
                <a:lnTo>
                  <a:pt x="0" y="125349"/>
                </a:lnTo>
                <a:lnTo>
                  <a:pt x="121793" y="125349"/>
                </a:lnTo>
                <a:lnTo>
                  <a:pt x="12179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5" name="Google Shape;785;p31"/>
          <p:cNvSpPr/>
          <p:nvPr/>
        </p:nvSpPr>
        <p:spPr>
          <a:xfrm>
            <a:off x="12898199" y="3560721"/>
            <a:ext cx="91059" cy="94393"/>
          </a:xfrm>
          <a:custGeom>
            <a:avLst/>
            <a:gdLst/>
            <a:ahLst/>
            <a:cxnLst/>
            <a:rect l="l" t="t" r="r" b="b"/>
            <a:pathLst>
              <a:path w="121412" h="125857" extrusionOk="0">
                <a:moveTo>
                  <a:pt x="121412" y="0"/>
                </a:moveTo>
                <a:lnTo>
                  <a:pt x="0" y="0"/>
                </a:lnTo>
                <a:lnTo>
                  <a:pt x="0" y="125857"/>
                </a:lnTo>
                <a:lnTo>
                  <a:pt x="121412" y="125857"/>
                </a:lnTo>
                <a:lnTo>
                  <a:pt x="12141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6" name="Google Shape;786;p31"/>
          <p:cNvSpPr/>
          <p:nvPr/>
        </p:nvSpPr>
        <p:spPr>
          <a:xfrm>
            <a:off x="12898200" y="3371793"/>
            <a:ext cx="91344" cy="94012"/>
          </a:xfrm>
          <a:custGeom>
            <a:avLst/>
            <a:gdLst/>
            <a:ahLst/>
            <a:cxnLst/>
            <a:rect l="l" t="t" r="r" b="b"/>
            <a:pathLst>
              <a:path w="121793" h="125349" extrusionOk="0">
                <a:moveTo>
                  <a:pt x="121793" y="0"/>
                </a:moveTo>
                <a:lnTo>
                  <a:pt x="0" y="0"/>
                </a:lnTo>
                <a:lnTo>
                  <a:pt x="0" y="125349"/>
                </a:lnTo>
                <a:lnTo>
                  <a:pt x="121793" y="125349"/>
                </a:lnTo>
                <a:lnTo>
                  <a:pt x="12179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7" name="Google Shape;787;p31"/>
          <p:cNvSpPr/>
          <p:nvPr/>
        </p:nvSpPr>
        <p:spPr>
          <a:xfrm>
            <a:off x="12898199" y="3954632"/>
            <a:ext cx="91059" cy="94393"/>
          </a:xfrm>
          <a:custGeom>
            <a:avLst/>
            <a:gdLst/>
            <a:ahLst/>
            <a:cxnLst/>
            <a:rect l="l" t="t" r="r" b="b"/>
            <a:pathLst>
              <a:path w="121412" h="125857" extrusionOk="0">
                <a:moveTo>
                  <a:pt x="121412" y="0"/>
                </a:moveTo>
                <a:lnTo>
                  <a:pt x="0" y="0"/>
                </a:lnTo>
                <a:lnTo>
                  <a:pt x="0" y="125857"/>
                </a:lnTo>
                <a:lnTo>
                  <a:pt x="121412" y="125857"/>
                </a:lnTo>
                <a:lnTo>
                  <a:pt x="121412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8" name="Google Shape;788;p31"/>
          <p:cNvSpPr/>
          <p:nvPr/>
        </p:nvSpPr>
        <p:spPr>
          <a:xfrm>
            <a:off x="12898200" y="3765703"/>
            <a:ext cx="91344" cy="94012"/>
          </a:xfrm>
          <a:custGeom>
            <a:avLst/>
            <a:gdLst/>
            <a:ahLst/>
            <a:cxnLst/>
            <a:rect l="l" t="t" r="r" b="b"/>
            <a:pathLst>
              <a:path w="121793" h="125349" extrusionOk="0">
                <a:moveTo>
                  <a:pt x="121793" y="0"/>
                </a:moveTo>
                <a:lnTo>
                  <a:pt x="0" y="0"/>
                </a:lnTo>
                <a:lnTo>
                  <a:pt x="0" y="125349"/>
                </a:lnTo>
                <a:lnTo>
                  <a:pt x="121793" y="125349"/>
                </a:lnTo>
                <a:lnTo>
                  <a:pt x="121793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89" name="Google Shape;789;p31"/>
          <p:cNvSpPr/>
          <p:nvPr/>
        </p:nvSpPr>
        <p:spPr>
          <a:xfrm>
            <a:off x="10920149" y="4904038"/>
            <a:ext cx="101075" cy="103909"/>
          </a:xfrm>
          <a:custGeom>
            <a:avLst/>
            <a:gdLst/>
            <a:ahLst/>
            <a:cxnLst/>
            <a:rect l="l" t="t" r="r" b="b"/>
            <a:pathLst>
              <a:path w="101075" h="103909" extrusionOk="0">
                <a:moveTo>
                  <a:pt x="0" y="0"/>
                </a:moveTo>
                <a:lnTo>
                  <a:pt x="101075" y="0"/>
                </a:lnTo>
                <a:lnTo>
                  <a:pt x="101075" y="103909"/>
                </a:lnTo>
                <a:lnTo>
                  <a:pt x="0" y="103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t="-1496" b="-1496"/>
            </a:stretch>
          </a:blipFill>
          <a:ln>
            <a:noFill/>
          </a:ln>
        </p:spPr>
      </p:sp>
      <p:sp>
        <p:nvSpPr>
          <p:cNvPr id="790" name="Google Shape;790;p31"/>
          <p:cNvSpPr/>
          <p:nvPr/>
        </p:nvSpPr>
        <p:spPr>
          <a:xfrm>
            <a:off x="10919205" y="4718967"/>
            <a:ext cx="91916" cy="91916"/>
          </a:xfrm>
          <a:custGeom>
            <a:avLst/>
            <a:gdLst/>
            <a:ahLst/>
            <a:cxnLst/>
            <a:rect l="l" t="t" r="r" b="b"/>
            <a:pathLst>
              <a:path w="122555" h="122555" extrusionOk="0">
                <a:moveTo>
                  <a:pt x="122555" y="0"/>
                </a:moveTo>
                <a:lnTo>
                  <a:pt x="0" y="0"/>
                </a:lnTo>
                <a:lnTo>
                  <a:pt x="0" y="122555"/>
                </a:lnTo>
                <a:lnTo>
                  <a:pt x="122555" y="122555"/>
                </a:lnTo>
                <a:lnTo>
                  <a:pt x="122555" y="0"/>
                </a:lnTo>
                <a:close/>
              </a:path>
            </a:pathLst>
          </a:custGeom>
          <a:solidFill>
            <a:srgbClr val="231B2F"/>
          </a:solidFill>
          <a:ln>
            <a:noFill/>
          </a:ln>
        </p:spPr>
      </p:sp>
      <p:sp>
        <p:nvSpPr>
          <p:cNvPr id="791" name="Google Shape;791;p31"/>
          <p:cNvSpPr txBox="1"/>
          <p:nvPr/>
        </p:nvSpPr>
        <p:spPr>
          <a:xfrm>
            <a:off x="1078678" y="8476301"/>
            <a:ext cx="8628494" cy="114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BCD100"/>
                </a:solidFill>
                <a:latin typeface="Arimo"/>
                <a:ea typeface="Arimo"/>
                <a:cs typeface="Arimo"/>
                <a:sym typeface="Arimo"/>
              </a:rPr>
              <a:t>НЕ ОТВЛЕКАЙТЕСЬ ОТ  РЕШЕНИЯ СТРАТЕГИЧЕСКИХ  ЗАДАЧ</a:t>
            </a:r>
            <a:endParaRPr/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КАДРОВЫЕ ВОПРОСЫ  БЕРЕМ НА СЕБЯ</a:t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982332" y="2182506"/>
            <a:ext cx="728622" cy="697958"/>
          </a:xfrm>
          <a:custGeom>
            <a:avLst/>
            <a:gdLst/>
            <a:ahLst/>
            <a:cxnLst/>
            <a:rect l="l" t="t" r="r" b="b"/>
            <a:pathLst>
              <a:path w="728622" h="697958" extrusionOk="0">
                <a:moveTo>
                  <a:pt x="0" y="0"/>
                </a:moveTo>
                <a:lnTo>
                  <a:pt x="728622" y="0"/>
                </a:lnTo>
                <a:lnTo>
                  <a:pt x="728622" y="697958"/>
                </a:lnTo>
                <a:lnTo>
                  <a:pt x="0" y="697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t="-2196" b="-2196"/>
            </a:stretch>
          </a:blipFill>
          <a:ln>
            <a:noFill/>
          </a:ln>
        </p:spPr>
      </p:sp>
      <p:sp>
        <p:nvSpPr>
          <p:cNvPr id="793" name="Google Shape;793;p31"/>
          <p:cNvSpPr/>
          <p:nvPr/>
        </p:nvSpPr>
        <p:spPr>
          <a:xfrm>
            <a:off x="1067952" y="3662081"/>
            <a:ext cx="610807" cy="585102"/>
          </a:xfrm>
          <a:custGeom>
            <a:avLst/>
            <a:gdLst/>
            <a:ahLst/>
            <a:cxnLst/>
            <a:rect l="l" t="t" r="r" b="b"/>
            <a:pathLst>
              <a:path w="610807" h="585102" extrusionOk="0">
                <a:moveTo>
                  <a:pt x="0" y="0"/>
                </a:moveTo>
                <a:lnTo>
                  <a:pt x="610807" y="0"/>
                </a:lnTo>
                <a:lnTo>
                  <a:pt x="610807" y="585102"/>
                </a:lnTo>
                <a:lnTo>
                  <a:pt x="0" y="585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 t="-2196" b="-2196"/>
            </a:stretch>
          </a:blipFill>
          <a:ln>
            <a:noFill/>
          </a:ln>
        </p:spPr>
      </p:sp>
      <p:sp>
        <p:nvSpPr>
          <p:cNvPr id="794" name="Google Shape;794;p31"/>
          <p:cNvSpPr/>
          <p:nvPr/>
        </p:nvSpPr>
        <p:spPr>
          <a:xfrm>
            <a:off x="1029272" y="4903247"/>
            <a:ext cx="634744" cy="608031"/>
          </a:xfrm>
          <a:custGeom>
            <a:avLst/>
            <a:gdLst/>
            <a:ahLst/>
            <a:cxnLst/>
            <a:rect l="l" t="t" r="r" b="b"/>
            <a:pathLst>
              <a:path w="634744" h="608031" extrusionOk="0">
                <a:moveTo>
                  <a:pt x="0" y="0"/>
                </a:moveTo>
                <a:lnTo>
                  <a:pt x="634744" y="0"/>
                </a:lnTo>
                <a:lnTo>
                  <a:pt x="634744" y="608031"/>
                </a:lnTo>
                <a:lnTo>
                  <a:pt x="0" y="608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 t="-2196" b="-2196"/>
            </a:stretch>
          </a:blipFill>
          <a:ln>
            <a:noFill/>
          </a:ln>
        </p:spPr>
      </p:sp>
      <p:sp>
        <p:nvSpPr>
          <p:cNvPr id="795" name="Google Shape;795;p31"/>
          <p:cNvSpPr/>
          <p:nvPr/>
        </p:nvSpPr>
        <p:spPr>
          <a:xfrm>
            <a:off x="808505" y="662715"/>
            <a:ext cx="1461731" cy="981924"/>
          </a:xfrm>
          <a:custGeom>
            <a:avLst/>
            <a:gdLst/>
            <a:ahLst/>
            <a:cxnLst/>
            <a:rect l="l" t="t" r="r" b="b"/>
            <a:pathLst>
              <a:path w="1461731" h="981924" extrusionOk="0">
                <a:moveTo>
                  <a:pt x="0" y="0"/>
                </a:moveTo>
                <a:lnTo>
                  <a:pt x="1461730" y="0"/>
                </a:lnTo>
                <a:lnTo>
                  <a:pt x="1461730" y="981924"/>
                </a:lnTo>
                <a:lnTo>
                  <a:pt x="0" y="981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 r="-99521" b="-41820"/>
            </a:stretch>
          </a:blipFill>
          <a:ln>
            <a:noFill/>
          </a:ln>
        </p:spPr>
      </p:sp>
      <p:sp>
        <p:nvSpPr>
          <p:cNvPr id="796" name="Google Shape;796;p31"/>
          <p:cNvSpPr txBox="1"/>
          <p:nvPr/>
        </p:nvSpPr>
        <p:spPr>
          <a:xfrm>
            <a:off x="2588235" y="624615"/>
            <a:ext cx="15699763" cy="1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КОНТАКТЫ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B3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2"/>
          <p:cNvSpPr/>
          <p:nvPr/>
        </p:nvSpPr>
        <p:spPr>
          <a:xfrm>
            <a:off x="6978370" y="2633564"/>
            <a:ext cx="4331259" cy="5019872"/>
          </a:xfrm>
          <a:custGeom>
            <a:avLst/>
            <a:gdLst/>
            <a:ahLst/>
            <a:cxnLst/>
            <a:rect l="l" t="t" r="r" b="b"/>
            <a:pathLst>
              <a:path w="2703533" h="2703533" extrusionOk="0">
                <a:moveTo>
                  <a:pt x="0" y="0"/>
                </a:moveTo>
                <a:lnTo>
                  <a:pt x="2703533" y="0"/>
                </a:lnTo>
                <a:lnTo>
                  <a:pt x="2703533" y="2703533"/>
                </a:lnTo>
                <a:lnTo>
                  <a:pt x="0" y="270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1170</Words>
  <Application>Microsoft Office PowerPoint</Application>
  <PresentationFormat>Произвольный</PresentationFormat>
  <Paragraphs>316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Open Sans</vt:lpstr>
      <vt:lpstr>Arimo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Эдуард Саркисян</cp:lastModifiedBy>
  <cp:revision>8</cp:revision>
  <dcterms:modified xsi:type="dcterms:W3CDTF">2026-06-10T14:06:06Z</dcterms:modified>
</cp:coreProperties>
</file>